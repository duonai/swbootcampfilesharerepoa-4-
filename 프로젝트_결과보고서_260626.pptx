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8"/>
  </p:notesMasterIdLst>
  <p:sldIdLst>
    <p:sldId id="275" r:id="rId2"/>
    <p:sldId id="281" r:id="rId3"/>
    <p:sldId id="265" r:id="rId4"/>
    <p:sldId id="266" r:id="rId5"/>
    <p:sldId id="277" r:id="rId6"/>
    <p:sldId id="276" r:id="rId7"/>
    <p:sldId id="267" r:id="rId8"/>
    <p:sldId id="271" r:id="rId9"/>
    <p:sldId id="279" r:id="rId10"/>
    <p:sldId id="272" r:id="rId11"/>
    <p:sldId id="280" r:id="rId12"/>
    <p:sldId id="273" r:id="rId13"/>
    <p:sldId id="274" r:id="rId14"/>
    <p:sldId id="268" r:id="rId15"/>
    <p:sldId id="269" r:id="rId16"/>
    <p:sldId id="270" r:id="rId17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0">
          <p15:clr>
            <a:srgbClr val="A4A3A4"/>
          </p15:clr>
        </p15:guide>
        <p15:guide id="2" pos="55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8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4668C2-67CB-4812-9E14-696E3EC5A988}" v="567" dt="2026-06-26T00:14:53.950"/>
    <p1510:client id="{A0B89100-B8DB-42D6-B3CD-D545348362C1}" v="523" dt="2026-06-26T00:11:56.829"/>
    <p1510:client id="{D66713C3-ADF3-452D-B903-2AD0EE07F7E3}" v="352" dt="2026-06-26T00:00:12.9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110"/>
        <p:guide pos="5529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조지은/선임연구원/Vision SW Unit" userId="S::jieun.cho@lge.com::1862b058-a0ae-460d-84b1-2b9077377d19" providerId="AD" clId="Web-{8FFED800-BDEA-B55F-238C-BFDE99CF5726}"/>
    <pc:docChg chg="mod modMainMaster">
      <pc:chgData name="조지은/선임연구원/Vision SW Unit" userId="S::jieun.cho@lge.com::1862b058-a0ae-460d-84b1-2b9077377d19" providerId="AD" clId="Web-{8FFED800-BDEA-B55F-238C-BFDE99CF5726}" dt="2026-06-25T23:32:41.121" v="1" actId="33475"/>
      <pc:docMkLst>
        <pc:docMk/>
      </pc:docMkLst>
      <pc:sldMasterChg chg="addSp">
        <pc:chgData name="조지은/선임연구원/Vision SW Unit" userId="S::jieun.cho@lge.com::1862b058-a0ae-460d-84b1-2b9077377d19" providerId="AD" clId="Web-{8FFED800-BDEA-B55F-238C-BFDE99CF5726}" dt="2026-06-25T23:32:41.121" v="0" actId="33475"/>
        <pc:sldMasterMkLst>
          <pc:docMk/>
          <pc:sldMasterMk cId="0" sldId="2147483648"/>
        </pc:sldMasterMkLst>
        <pc:spChg chg="add">
          <ac:chgData name="조지은/선임연구원/Vision SW Unit" userId="S::jieun.cho@lge.com::1862b058-a0ae-460d-84b1-2b9077377d19" providerId="AD" clId="Web-{8FFED800-BDEA-B55F-238C-BFDE99CF5726}" dt="2026-06-25T23:32:41.121" v="0" actId="33475"/>
          <ac:spMkLst>
            <pc:docMk/>
            <pc:sldMasterMk cId="0" sldId="2147483648"/>
            <ac:spMk id="3" creationId="{1CDBD78D-EF19-B153-D238-08A288962062}"/>
          </ac:spMkLst>
        </pc:spChg>
      </pc:sldMasterChg>
    </pc:docChg>
  </pc:docChgLst>
  <pc:docChgLst>
    <pc:chgData name="차준혁/연구원/HS로봇AI개발Project" userId="S::junhyeok.cha@lge.com::ce8889f7-1667-4c3f-8198-c3e2a3e012f9" providerId="AD" clId="Web-{03475244-D55F-1BE2-7A94-FD439A571D3C}"/>
    <pc:docChg chg="mod modMainMaster">
      <pc:chgData name="차준혁/연구원/HS로봇AI개발Project" userId="S::junhyeok.cha@lge.com::ce8889f7-1667-4c3f-8198-c3e2a3e012f9" providerId="AD" clId="Web-{03475244-D55F-1BE2-7A94-FD439A571D3C}" dt="2026-06-25T23:32:42.447" v="1" actId="33475"/>
      <pc:docMkLst>
        <pc:docMk/>
      </pc:docMkLst>
      <pc:sldMasterChg chg="addSp">
        <pc:chgData name="차준혁/연구원/HS로봇AI개발Project" userId="S::junhyeok.cha@lge.com::ce8889f7-1667-4c3f-8198-c3e2a3e012f9" providerId="AD" clId="Web-{03475244-D55F-1BE2-7A94-FD439A571D3C}" dt="2026-06-25T23:32:42.447" v="0" actId="33475"/>
        <pc:sldMasterMkLst>
          <pc:docMk/>
          <pc:sldMasterMk cId="0" sldId="2147483648"/>
        </pc:sldMasterMkLst>
        <pc:spChg chg="add">
          <ac:chgData name="차준혁/연구원/HS로봇AI개발Project" userId="S::junhyeok.cha@lge.com::ce8889f7-1667-4c3f-8198-c3e2a3e012f9" providerId="AD" clId="Web-{03475244-D55F-1BE2-7A94-FD439A571D3C}" dt="2026-06-25T23:32:42.447" v="0" actId="33475"/>
          <ac:spMkLst>
            <pc:docMk/>
            <pc:sldMasterMk cId="0" sldId="2147483648"/>
            <ac:spMk id="3" creationId="{85DF216B-B42F-1225-C077-5FC8EF429D69}"/>
          </ac:spMkLst>
        </pc:spChg>
      </pc:sldMasterChg>
    </pc:docChg>
  </pc:docChgLst>
  <pc:docChgLst>
    <pc:chgData name="조지은/선임연구원/Vision SW Unit" userId="1862b058-a0ae-460d-84b1-2b9077377d19" providerId="ADAL" clId="{D66713C3-ADF3-452D-B903-2AD0EE07F7E3}"/>
    <pc:docChg chg="modSld">
      <pc:chgData name="조지은/선임연구원/Vision SW Unit" userId="1862b058-a0ae-460d-84b1-2b9077377d19" providerId="ADAL" clId="{D66713C3-ADF3-452D-B903-2AD0EE07F7E3}" dt="2026-06-26T00:00:12.997" v="349" actId="20577"/>
      <pc:docMkLst>
        <pc:docMk/>
      </pc:docMkLst>
      <pc:sldChg chg="modSp mod">
        <pc:chgData name="조지은/선임연구원/Vision SW Unit" userId="1862b058-a0ae-460d-84b1-2b9077377d19" providerId="ADAL" clId="{D66713C3-ADF3-452D-B903-2AD0EE07F7E3}" dt="2026-06-25T23:58:11.850" v="271"/>
        <pc:sldMkLst>
          <pc:docMk/>
          <pc:sldMk cId="2704928085" sldId="267"/>
        </pc:sldMkLst>
        <pc:spChg chg="mod">
          <ac:chgData name="조지은/선임연구원/Vision SW Unit" userId="1862b058-a0ae-460d-84b1-2b9077377d19" providerId="ADAL" clId="{D66713C3-ADF3-452D-B903-2AD0EE07F7E3}" dt="2026-06-25T23:58:11.850" v="271"/>
          <ac:spMkLst>
            <pc:docMk/>
            <pc:sldMk cId="2704928085" sldId="267"/>
            <ac:spMk id="2" creationId="{6D82A364-2905-447C-9763-D17A148E5B5A}"/>
          </ac:spMkLst>
        </pc:spChg>
      </pc:sldChg>
      <pc:sldChg chg="modSp mod">
        <pc:chgData name="조지은/선임연구원/Vision SW Unit" userId="1862b058-a0ae-460d-84b1-2b9077377d19" providerId="ADAL" clId="{D66713C3-ADF3-452D-B903-2AD0EE07F7E3}" dt="2026-06-25T23:49:10.278" v="168" actId="113"/>
        <pc:sldMkLst>
          <pc:docMk/>
          <pc:sldMk cId="2841540361" sldId="271"/>
        </pc:sldMkLst>
        <pc:spChg chg="mod">
          <ac:chgData name="조지은/선임연구원/Vision SW Unit" userId="1862b058-a0ae-460d-84b1-2b9077377d19" providerId="ADAL" clId="{D66713C3-ADF3-452D-B903-2AD0EE07F7E3}" dt="2026-06-25T23:49:10.278" v="168" actId="113"/>
          <ac:spMkLst>
            <pc:docMk/>
            <pc:sldMk cId="2841540361" sldId="271"/>
            <ac:spMk id="2" creationId="{6D82A364-2905-447C-9763-D17A148E5B5A}"/>
          </ac:spMkLst>
        </pc:spChg>
      </pc:sldChg>
      <pc:sldChg chg="modSp">
        <pc:chgData name="조지은/선임연구원/Vision SW Unit" userId="1862b058-a0ae-460d-84b1-2b9077377d19" providerId="ADAL" clId="{D66713C3-ADF3-452D-B903-2AD0EE07F7E3}" dt="2026-06-25T23:48:52.237" v="165"/>
        <pc:sldMkLst>
          <pc:docMk/>
          <pc:sldMk cId="4291033050" sldId="272"/>
        </pc:sldMkLst>
        <pc:picChg chg="mod">
          <ac:chgData name="조지은/선임연구원/Vision SW Unit" userId="1862b058-a0ae-460d-84b1-2b9077377d19" providerId="ADAL" clId="{D66713C3-ADF3-452D-B903-2AD0EE07F7E3}" dt="2026-06-25T23:48:52.237" v="165"/>
          <ac:picMkLst>
            <pc:docMk/>
            <pc:sldMk cId="4291033050" sldId="272"/>
            <ac:picMk id="13" creationId="{67DD01A6-3697-462E-94C3-E4BA8328A020}"/>
          </ac:picMkLst>
        </pc:picChg>
      </pc:sldChg>
      <pc:sldChg chg="modSp mod">
        <pc:chgData name="조지은/선임연구원/Vision SW Unit" userId="1862b058-a0ae-460d-84b1-2b9077377d19" providerId="ADAL" clId="{D66713C3-ADF3-452D-B903-2AD0EE07F7E3}" dt="2026-06-26T00:00:12.997" v="349" actId="20577"/>
        <pc:sldMkLst>
          <pc:docMk/>
          <pc:sldMk cId="2489378403" sldId="276"/>
        </pc:sldMkLst>
        <pc:spChg chg="mod">
          <ac:chgData name="조지은/선임연구원/Vision SW Unit" userId="1862b058-a0ae-460d-84b1-2b9077377d19" providerId="ADAL" clId="{D66713C3-ADF3-452D-B903-2AD0EE07F7E3}" dt="2026-06-26T00:00:12.997" v="349" actId="20577"/>
          <ac:spMkLst>
            <pc:docMk/>
            <pc:sldMk cId="2489378403" sldId="276"/>
            <ac:spMk id="2" creationId="{770547AB-C867-40D2-BC07-F7AE4DA5EA88}"/>
          </ac:spMkLst>
        </pc:spChg>
        <pc:picChg chg="mod">
          <ac:chgData name="조지은/선임연구원/Vision SW Unit" userId="1862b058-a0ae-460d-84b1-2b9077377d19" providerId="ADAL" clId="{D66713C3-ADF3-452D-B903-2AD0EE07F7E3}" dt="2026-06-25T23:58:36.410" v="272" actId="1076"/>
          <ac:picMkLst>
            <pc:docMk/>
            <pc:sldMk cId="2489378403" sldId="276"/>
            <ac:picMk id="4" creationId="{3536B5DC-F181-4BEC-98D1-28567470B133}"/>
          </ac:picMkLst>
        </pc:picChg>
        <pc:picChg chg="mod">
          <ac:chgData name="조지은/선임연구원/Vision SW Unit" userId="1862b058-a0ae-460d-84b1-2b9077377d19" providerId="ADAL" clId="{D66713C3-ADF3-452D-B903-2AD0EE07F7E3}" dt="2026-06-25T23:58:36.410" v="272" actId="1076"/>
          <ac:picMkLst>
            <pc:docMk/>
            <pc:sldMk cId="2489378403" sldId="276"/>
            <ac:picMk id="5" creationId="{1F8EB336-5D08-4251-A403-F5B5ED104478}"/>
          </ac:picMkLst>
        </pc:picChg>
      </pc:sldChg>
      <pc:sldChg chg="addSp modSp mod">
        <pc:chgData name="조지은/선임연구원/Vision SW Unit" userId="1862b058-a0ae-460d-84b1-2b9077377d19" providerId="ADAL" clId="{D66713C3-ADF3-452D-B903-2AD0EE07F7E3}" dt="2026-06-25T23:48:22.629" v="164" actId="20577"/>
        <pc:sldMkLst>
          <pc:docMk/>
          <pc:sldMk cId="4095181656" sldId="280"/>
        </pc:sldMkLst>
        <pc:spChg chg="mod">
          <ac:chgData name="조지은/선임연구원/Vision SW Unit" userId="1862b058-a0ae-460d-84b1-2b9077377d19" providerId="ADAL" clId="{D66713C3-ADF3-452D-B903-2AD0EE07F7E3}" dt="2026-06-25T23:48:22.629" v="164" actId="20577"/>
          <ac:spMkLst>
            <pc:docMk/>
            <pc:sldMk cId="4095181656" sldId="280"/>
            <ac:spMk id="2" creationId="{6D82A364-2905-447C-9763-D17A148E5B5A}"/>
          </ac:spMkLst>
        </pc:spChg>
        <pc:spChg chg="add">
          <ac:chgData name="조지은/선임연구원/Vision SW Unit" userId="1862b058-a0ae-460d-84b1-2b9077377d19" providerId="ADAL" clId="{D66713C3-ADF3-452D-B903-2AD0EE07F7E3}" dt="2026-06-25T23:46:49.410" v="2"/>
          <ac:spMkLst>
            <pc:docMk/>
            <pc:sldMk cId="4095181656" sldId="280"/>
            <ac:spMk id="4" creationId="{000BEB3D-FBAF-F43B-B04F-759209DFA4AF}"/>
          </ac:spMkLst>
        </pc:spChg>
      </pc:sldChg>
    </pc:docChg>
  </pc:docChgLst>
  <pc:docChgLst>
    <pc:chgData name="차준혁/연구원/HS로봇AI개발Project" userId="ce8889f7-1667-4c3f-8198-c3e2a3e012f9" providerId="ADAL" clId="{9F4668C2-67CB-4812-9E14-696E3EC5A988}"/>
    <pc:docChg chg="undo custSel modSld">
      <pc:chgData name="차준혁/연구원/HS로봇AI개발Project" userId="ce8889f7-1667-4c3f-8198-c3e2a3e012f9" providerId="ADAL" clId="{9F4668C2-67CB-4812-9E14-696E3EC5A988}" dt="2026-06-26T00:14:53.949" v="566"/>
      <pc:docMkLst>
        <pc:docMk/>
      </pc:docMkLst>
      <pc:sldChg chg="modSp mod">
        <pc:chgData name="차준혁/연구원/HS로봇AI개발Project" userId="ce8889f7-1667-4c3f-8198-c3e2a3e012f9" providerId="ADAL" clId="{9F4668C2-67CB-4812-9E14-696E3EC5A988}" dt="2026-06-26T00:14:53.949" v="566"/>
        <pc:sldMkLst>
          <pc:docMk/>
          <pc:sldMk cId="2639990996" sldId="265"/>
        </pc:sldMkLst>
        <pc:spChg chg="mod">
          <ac:chgData name="차준혁/연구원/HS로봇AI개발Project" userId="ce8889f7-1667-4c3f-8198-c3e2a3e012f9" providerId="ADAL" clId="{9F4668C2-67CB-4812-9E14-696E3EC5A988}" dt="2026-06-26T00:14:53.949" v="566"/>
          <ac:spMkLst>
            <pc:docMk/>
            <pc:sldMk cId="2639990996" sldId="265"/>
            <ac:spMk id="2" creationId="{567DBEB5-EC57-4C95-93EB-B4188D9B8ABC}"/>
          </ac:spMkLst>
        </pc:spChg>
      </pc:sldChg>
      <pc:sldChg chg="modSp mod">
        <pc:chgData name="차준혁/연구원/HS로봇AI개발Project" userId="ce8889f7-1667-4c3f-8198-c3e2a3e012f9" providerId="ADAL" clId="{9F4668C2-67CB-4812-9E14-696E3EC5A988}" dt="2026-06-25T23:45:48.786" v="174"/>
        <pc:sldMkLst>
          <pc:docMk/>
          <pc:sldMk cId="3522159875" sldId="266"/>
        </pc:sldMkLst>
        <pc:spChg chg="mod">
          <ac:chgData name="차준혁/연구원/HS로봇AI개발Project" userId="ce8889f7-1667-4c3f-8198-c3e2a3e012f9" providerId="ADAL" clId="{9F4668C2-67CB-4812-9E14-696E3EC5A988}" dt="2026-06-25T23:45:48.786" v="174"/>
          <ac:spMkLst>
            <pc:docMk/>
            <pc:sldMk cId="3522159875" sldId="266"/>
            <ac:spMk id="2" creationId="{BAF616CF-9B61-41F7-AC29-D90714FBC90F}"/>
          </ac:spMkLst>
        </pc:spChg>
      </pc:sldChg>
      <pc:sldChg chg="addSp delSp modSp mod">
        <pc:chgData name="차준혁/연구원/HS로봇AI개발Project" userId="ce8889f7-1667-4c3f-8198-c3e2a3e012f9" providerId="ADAL" clId="{9F4668C2-67CB-4812-9E14-696E3EC5A988}" dt="2026-06-26T00:09:27.415" v="558"/>
        <pc:sldMkLst>
          <pc:docMk/>
          <pc:sldMk cId="1642197472" sldId="273"/>
        </pc:sldMkLst>
        <pc:spChg chg="mod">
          <ac:chgData name="차준혁/연구원/HS로봇AI개발Project" userId="ce8889f7-1667-4c3f-8198-c3e2a3e012f9" providerId="ADAL" clId="{9F4668C2-67CB-4812-9E14-696E3EC5A988}" dt="2026-06-25T23:55:32.170" v="423" actId="1076"/>
          <ac:spMkLst>
            <pc:docMk/>
            <pc:sldMk cId="1642197472" sldId="273"/>
            <ac:spMk id="2" creationId="{6D82A364-2905-447C-9763-D17A148E5B5A}"/>
          </ac:spMkLst>
        </pc:spChg>
        <pc:spChg chg="add del mod">
          <ac:chgData name="차준혁/연구원/HS로봇AI개발Project" userId="ce8889f7-1667-4c3f-8198-c3e2a3e012f9" providerId="ADAL" clId="{9F4668C2-67CB-4812-9E14-696E3EC5A988}" dt="2026-06-25T23:48:20.365" v="181" actId="478"/>
          <ac:spMkLst>
            <pc:docMk/>
            <pc:sldMk cId="1642197472" sldId="273"/>
            <ac:spMk id="4" creationId="{9A9C82C2-6CA0-76D3-BB0C-76F5786EA476}"/>
          </ac:spMkLst>
        </pc:spChg>
        <pc:spChg chg="add mod">
          <ac:chgData name="차준혁/연구원/HS로봇AI개발Project" userId="ce8889f7-1667-4c3f-8198-c3e2a3e012f9" providerId="ADAL" clId="{9F4668C2-67CB-4812-9E14-696E3EC5A988}" dt="2026-06-25T23:55:59.360" v="424" actId="207"/>
          <ac:spMkLst>
            <pc:docMk/>
            <pc:sldMk cId="1642197472" sldId="273"/>
            <ac:spMk id="5" creationId="{A8419656-A463-C06A-CE05-0F53E11C359C}"/>
          </ac:spMkLst>
        </pc:spChg>
        <pc:spChg chg="add mod">
          <ac:chgData name="차준혁/연구원/HS로봇AI개발Project" userId="ce8889f7-1667-4c3f-8198-c3e2a3e012f9" providerId="ADAL" clId="{9F4668C2-67CB-4812-9E14-696E3EC5A988}" dt="2026-06-25T23:56:06.759" v="427" actId="207"/>
          <ac:spMkLst>
            <pc:docMk/>
            <pc:sldMk cId="1642197472" sldId="273"/>
            <ac:spMk id="6" creationId="{98BD0C00-FA4A-EE73-6B62-388513E063E4}"/>
          </ac:spMkLst>
        </pc:spChg>
        <pc:spChg chg="add mod">
          <ac:chgData name="차준혁/연구원/HS로봇AI개발Project" userId="ce8889f7-1667-4c3f-8198-c3e2a3e012f9" providerId="ADAL" clId="{9F4668C2-67CB-4812-9E14-696E3EC5A988}" dt="2026-06-25T23:56:06.759" v="427" actId="207"/>
          <ac:spMkLst>
            <pc:docMk/>
            <pc:sldMk cId="1642197472" sldId="273"/>
            <ac:spMk id="7" creationId="{6D5E5AB0-5B20-4D25-FE8C-E20FB31B1296}"/>
          </ac:spMkLst>
        </pc:spChg>
        <pc:spChg chg="add mod">
          <ac:chgData name="차준혁/연구원/HS로봇AI개발Project" userId="ce8889f7-1667-4c3f-8198-c3e2a3e012f9" providerId="ADAL" clId="{9F4668C2-67CB-4812-9E14-696E3EC5A988}" dt="2026-06-25T23:51:44.624" v="334"/>
          <ac:spMkLst>
            <pc:docMk/>
            <pc:sldMk cId="1642197472" sldId="273"/>
            <ac:spMk id="8" creationId="{3F126180-1C7D-9881-34A8-2B5FB43324BC}"/>
          </ac:spMkLst>
        </pc:spChg>
        <pc:spChg chg="add mod">
          <ac:chgData name="차준혁/연구원/HS로봇AI개발Project" userId="ce8889f7-1667-4c3f-8198-c3e2a3e012f9" providerId="ADAL" clId="{9F4668C2-67CB-4812-9E14-696E3EC5A988}" dt="2026-06-25T23:51:47.267" v="348"/>
          <ac:spMkLst>
            <pc:docMk/>
            <pc:sldMk cId="1642197472" sldId="273"/>
            <ac:spMk id="9" creationId="{EEB1AB19-8CF0-6ACD-3DDD-0D3CAF7F1F11}"/>
          </ac:spMkLst>
        </pc:spChg>
        <pc:spChg chg="add mod">
          <ac:chgData name="차준혁/연구원/HS로봇AI개발Project" userId="ce8889f7-1667-4c3f-8198-c3e2a3e012f9" providerId="ADAL" clId="{9F4668C2-67CB-4812-9E14-696E3EC5A988}" dt="2026-06-25T23:56:06.759" v="427" actId="207"/>
          <ac:spMkLst>
            <pc:docMk/>
            <pc:sldMk cId="1642197472" sldId="273"/>
            <ac:spMk id="10" creationId="{AA277879-0D5D-88FD-E19A-AD4013E417D2}"/>
          </ac:spMkLst>
        </pc:spChg>
        <pc:spChg chg="add mod">
          <ac:chgData name="차준혁/연구원/HS로봇AI개발Project" userId="ce8889f7-1667-4c3f-8198-c3e2a3e012f9" providerId="ADAL" clId="{9F4668C2-67CB-4812-9E14-696E3EC5A988}" dt="2026-06-26T00:07:07.052" v="468" actId="1076"/>
          <ac:spMkLst>
            <pc:docMk/>
            <pc:sldMk cId="1642197472" sldId="273"/>
            <ac:spMk id="11" creationId="{AF46326E-6BD3-9060-8B63-55AFD28FA02E}"/>
          </ac:spMkLst>
        </pc:spChg>
        <pc:spChg chg="add del mod ord">
          <ac:chgData name="차준혁/연구원/HS로봇AI개발Project" userId="ce8889f7-1667-4c3f-8198-c3e2a3e012f9" providerId="ADAL" clId="{9F4668C2-67CB-4812-9E14-696E3EC5A988}" dt="2026-06-25T23:55:11.131" v="421" actId="478"/>
          <ac:spMkLst>
            <pc:docMk/>
            <pc:sldMk cId="1642197472" sldId="273"/>
            <ac:spMk id="12" creationId="{0D3ADD66-8DB8-1400-E9C1-B032B64051C5}"/>
          </ac:spMkLst>
        </pc:spChg>
        <pc:spChg chg="add mod ord">
          <ac:chgData name="차준혁/연구원/HS로봇AI개발Project" userId="ce8889f7-1667-4c3f-8198-c3e2a3e012f9" providerId="ADAL" clId="{9F4668C2-67CB-4812-9E14-696E3EC5A988}" dt="2026-06-26T00:07:14.228" v="469" actId="14100"/>
          <ac:spMkLst>
            <pc:docMk/>
            <pc:sldMk cId="1642197472" sldId="273"/>
            <ac:spMk id="13" creationId="{E2E9FF76-3FC6-B9F4-03F5-F91375032B09}"/>
          </ac:spMkLst>
        </pc:spChg>
        <pc:spChg chg="add del mod">
          <ac:chgData name="차준혁/연구원/HS로봇AI개발Project" userId="ce8889f7-1667-4c3f-8198-c3e2a3e012f9" providerId="ADAL" clId="{9F4668C2-67CB-4812-9E14-696E3EC5A988}" dt="2026-06-25T23:56:39.223" v="434" actId="478"/>
          <ac:spMkLst>
            <pc:docMk/>
            <pc:sldMk cId="1642197472" sldId="273"/>
            <ac:spMk id="14" creationId="{9E65CAAC-B625-2A5F-0152-1CD9073E910A}"/>
          </ac:spMkLst>
        </pc:spChg>
        <pc:spChg chg="add mod ord">
          <ac:chgData name="차준혁/연구원/HS로봇AI개발Project" userId="ce8889f7-1667-4c3f-8198-c3e2a3e012f9" providerId="ADAL" clId="{9F4668C2-67CB-4812-9E14-696E3EC5A988}" dt="2026-06-26T00:07:14.228" v="469" actId="14100"/>
          <ac:spMkLst>
            <pc:docMk/>
            <pc:sldMk cId="1642197472" sldId="273"/>
            <ac:spMk id="15" creationId="{0E316E0A-15CC-ADF9-94C4-A0BFF5BE3AA7}"/>
          </ac:spMkLst>
        </pc:spChg>
        <pc:spChg chg="add mod">
          <ac:chgData name="차준혁/연구원/HS로봇AI개발Project" userId="ce8889f7-1667-4c3f-8198-c3e2a3e012f9" providerId="ADAL" clId="{9F4668C2-67CB-4812-9E14-696E3EC5A988}" dt="2026-06-26T00:09:20.358" v="539" actId="14100"/>
          <ac:spMkLst>
            <pc:docMk/>
            <pc:sldMk cId="1642197472" sldId="273"/>
            <ac:spMk id="16" creationId="{78465E35-3A35-727A-2B52-00E68946D3E4}"/>
          </ac:spMkLst>
        </pc:spChg>
        <pc:spChg chg="add mod">
          <ac:chgData name="차준혁/연구원/HS로봇AI개발Project" userId="ce8889f7-1667-4c3f-8198-c3e2a3e012f9" providerId="ADAL" clId="{9F4668C2-67CB-4812-9E14-696E3EC5A988}" dt="2026-06-26T00:09:27.415" v="558"/>
          <ac:spMkLst>
            <pc:docMk/>
            <pc:sldMk cId="1642197472" sldId="273"/>
            <ac:spMk id="17" creationId="{FCF5082D-845C-0238-BA5F-B25DE8868822}"/>
          </ac:spMkLst>
        </pc:spChg>
        <pc:spChg chg="add mod">
          <ac:chgData name="차준혁/연구원/HS로봇AI개발Project" userId="ce8889f7-1667-4c3f-8198-c3e2a3e012f9" providerId="ADAL" clId="{9F4668C2-67CB-4812-9E14-696E3EC5A988}" dt="2026-06-26T00:07:02.088" v="467" actId="13822"/>
          <ac:spMkLst>
            <pc:docMk/>
            <pc:sldMk cId="1642197472" sldId="273"/>
            <ac:spMk id="18" creationId="{5F75B42E-2B8B-D32D-6760-1B0C3A76BCE5}"/>
          </ac:spMkLst>
        </pc:spChg>
        <pc:spChg chg="add mod">
          <ac:chgData name="차준혁/연구원/HS로봇AI개발Project" userId="ce8889f7-1667-4c3f-8198-c3e2a3e012f9" providerId="ADAL" clId="{9F4668C2-67CB-4812-9E14-696E3EC5A988}" dt="2026-06-26T00:07:59.584" v="510" actId="207"/>
          <ac:spMkLst>
            <pc:docMk/>
            <pc:sldMk cId="1642197472" sldId="273"/>
            <ac:spMk id="19" creationId="{26408256-3EBB-8484-D519-DEAF654B71D7}"/>
          </ac:spMkLst>
        </pc:spChg>
      </pc:sldChg>
      <pc:sldChg chg="modSp mod">
        <pc:chgData name="차준혁/연구원/HS로봇AI개발Project" userId="ce8889f7-1667-4c3f-8198-c3e2a3e012f9" providerId="ADAL" clId="{9F4668C2-67CB-4812-9E14-696E3EC5A988}" dt="2026-06-25T23:33:20.723" v="11" actId="6549"/>
        <pc:sldMkLst>
          <pc:docMk/>
          <pc:sldMk cId="3022858372" sldId="275"/>
        </pc:sldMkLst>
        <pc:spChg chg="mod">
          <ac:chgData name="차준혁/연구원/HS로봇AI개발Project" userId="ce8889f7-1667-4c3f-8198-c3e2a3e012f9" providerId="ADAL" clId="{9F4668C2-67CB-4812-9E14-696E3EC5A988}" dt="2026-06-25T23:33:20.723" v="11" actId="6549"/>
          <ac:spMkLst>
            <pc:docMk/>
            <pc:sldMk cId="3022858372" sldId="275"/>
            <ac:spMk id="3" creationId="{59D795AE-448F-490A-8637-8E09375444CB}"/>
          </ac:spMkLst>
        </pc:spChg>
      </pc:sldChg>
    </pc:docChg>
  </pc:docChgLst>
  <pc:docChgLst>
    <pc:chgData name="채주환/선임연구원/칠러제어개발Project" userId="d3d527ec-2af8-4233-8d23-2c8c02633a2c" providerId="ADAL" clId="{A0B89100-B8DB-42D6-B3CD-D545348362C1}"/>
    <pc:docChg chg="custSel modSld">
      <pc:chgData name="채주환/선임연구원/칠러제어개발Project" userId="d3d527ec-2af8-4233-8d23-2c8c02633a2c" providerId="ADAL" clId="{A0B89100-B8DB-42D6-B3CD-D545348362C1}" dt="2026-06-26T00:11:56.829" v="519" actId="20577"/>
      <pc:docMkLst>
        <pc:docMk/>
      </pc:docMkLst>
      <pc:sldChg chg="modSp mod">
        <pc:chgData name="채주환/선임연구원/칠러제어개발Project" userId="d3d527ec-2af8-4233-8d23-2c8c02633a2c" providerId="ADAL" clId="{A0B89100-B8DB-42D6-B3CD-D545348362C1}" dt="2026-06-26T00:11:56.829" v="519" actId="20577"/>
        <pc:sldMkLst>
          <pc:docMk/>
          <pc:sldMk cId="3522159875" sldId="266"/>
        </pc:sldMkLst>
        <pc:spChg chg="mod">
          <ac:chgData name="채주환/선임연구원/칠러제어개발Project" userId="d3d527ec-2af8-4233-8d23-2c8c02633a2c" providerId="ADAL" clId="{A0B89100-B8DB-42D6-B3CD-D545348362C1}" dt="2026-06-26T00:11:56.829" v="519" actId="20577"/>
          <ac:spMkLst>
            <pc:docMk/>
            <pc:sldMk cId="3522159875" sldId="266"/>
            <ac:spMk id="2" creationId="{BAF616CF-9B61-41F7-AC29-D90714FBC90F}"/>
          </ac:spMkLst>
        </pc:spChg>
      </pc:sldChg>
      <pc:sldChg chg="addSp delSp modSp mod">
        <pc:chgData name="채주환/선임연구원/칠러제어개발Project" userId="d3d527ec-2af8-4233-8d23-2c8c02633a2c" providerId="ADAL" clId="{A0B89100-B8DB-42D6-B3CD-D545348362C1}" dt="2026-06-26T00:10:51.493" v="501" actId="1076"/>
        <pc:sldMkLst>
          <pc:docMk/>
          <pc:sldMk cId="1811831482" sldId="277"/>
        </pc:sldMkLst>
        <pc:spChg chg="mod">
          <ac:chgData name="채주환/선임연구원/칠러제어개발Project" userId="d3d527ec-2af8-4233-8d23-2c8c02633a2c" providerId="ADAL" clId="{A0B89100-B8DB-42D6-B3CD-D545348362C1}" dt="2026-06-25T23:55:29.627" v="92" actId="5793"/>
          <ac:spMkLst>
            <pc:docMk/>
            <pc:sldMk cId="1811831482" sldId="277"/>
            <ac:spMk id="2" creationId="{BAF616CF-9B61-41F7-AC29-D90714FBC90F}"/>
          </ac:spMkLst>
        </pc:spChg>
        <pc:spChg chg="add">
          <ac:chgData name="채주환/선임연구원/칠러제어개발Project" userId="d3d527ec-2af8-4233-8d23-2c8c02633a2c" providerId="ADAL" clId="{A0B89100-B8DB-42D6-B3CD-D545348362C1}" dt="2026-06-25T23:46:18.289" v="22"/>
          <ac:spMkLst>
            <pc:docMk/>
            <pc:sldMk cId="1811831482" sldId="277"/>
            <ac:spMk id="13" creationId="{D98867CF-9515-0F80-08EB-7B4A0EEE44C2}"/>
          </ac:spMkLst>
        </pc:spChg>
        <pc:spChg chg="add mod">
          <ac:chgData name="채주환/선임연구원/칠러제어개발Project" userId="d3d527ec-2af8-4233-8d23-2c8c02633a2c" providerId="ADAL" clId="{A0B89100-B8DB-42D6-B3CD-D545348362C1}" dt="2026-06-26T00:01:59.649" v="409" actId="1035"/>
          <ac:spMkLst>
            <pc:docMk/>
            <pc:sldMk cId="1811831482" sldId="277"/>
            <ac:spMk id="17" creationId="{4455770B-CC1F-4F5F-D852-D94E4A929271}"/>
          </ac:spMkLst>
        </pc:spChg>
        <pc:spChg chg="add mod">
          <ac:chgData name="채주환/선임연구원/칠러제어개발Project" userId="d3d527ec-2af8-4233-8d23-2c8c02633a2c" providerId="ADAL" clId="{A0B89100-B8DB-42D6-B3CD-D545348362C1}" dt="2026-06-26T00:01:59.649" v="409" actId="1035"/>
          <ac:spMkLst>
            <pc:docMk/>
            <pc:sldMk cId="1811831482" sldId="277"/>
            <ac:spMk id="18" creationId="{94F90B89-21E7-D089-55A5-6C875FAEE215}"/>
          </ac:spMkLst>
        </pc:spChg>
        <pc:spChg chg="add mod">
          <ac:chgData name="채주환/선임연구원/칠러제어개발Project" userId="d3d527ec-2af8-4233-8d23-2c8c02633a2c" providerId="ADAL" clId="{A0B89100-B8DB-42D6-B3CD-D545348362C1}" dt="2026-06-26T00:01:59.649" v="409" actId="1035"/>
          <ac:spMkLst>
            <pc:docMk/>
            <pc:sldMk cId="1811831482" sldId="277"/>
            <ac:spMk id="23" creationId="{61E6715A-F61D-D9FD-D391-1FFD4154C899}"/>
          </ac:spMkLst>
        </pc:spChg>
        <pc:spChg chg="add mod">
          <ac:chgData name="채주환/선임연구원/칠러제어개발Project" userId="d3d527ec-2af8-4233-8d23-2c8c02633a2c" providerId="ADAL" clId="{A0B89100-B8DB-42D6-B3CD-D545348362C1}" dt="2026-06-26T00:01:59.649" v="409" actId="1035"/>
          <ac:spMkLst>
            <pc:docMk/>
            <pc:sldMk cId="1811831482" sldId="277"/>
            <ac:spMk id="24" creationId="{BA755694-E1CF-85C6-EE69-A9AA54DFCDCE}"/>
          </ac:spMkLst>
        </pc:spChg>
        <pc:spChg chg="add mod">
          <ac:chgData name="채주환/선임연구원/칠러제어개발Project" userId="d3d527ec-2af8-4233-8d23-2c8c02633a2c" providerId="ADAL" clId="{A0B89100-B8DB-42D6-B3CD-D545348362C1}" dt="2026-06-26T00:01:59.649" v="409" actId="1035"/>
          <ac:spMkLst>
            <pc:docMk/>
            <pc:sldMk cId="1811831482" sldId="277"/>
            <ac:spMk id="33" creationId="{EB0E1321-CF10-B8B3-A027-E6318DA15F2C}"/>
          </ac:spMkLst>
        </pc:spChg>
        <pc:spChg chg="add mod">
          <ac:chgData name="채주환/선임연구원/칠러제어개발Project" userId="d3d527ec-2af8-4233-8d23-2c8c02633a2c" providerId="ADAL" clId="{A0B89100-B8DB-42D6-B3CD-D545348362C1}" dt="2026-06-26T00:10:48.572" v="500" actId="1076"/>
          <ac:spMkLst>
            <pc:docMk/>
            <pc:sldMk cId="1811831482" sldId="277"/>
            <ac:spMk id="34" creationId="{F6CE2E23-EEC3-38F5-6947-7E844D347B62}"/>
          </ac:spMkLst>
        </pc:spChg>
        <pc:spChg chg="add mod">
          <ac:chgData name="채주환/선임연구원/칠러제어개발Project" userId="d3d527ec-2af8-4233-8d23-2c8c02633a2c" providerId="ADAL" clId="{A0B89100-B8DB-42D6-B3CD-D545348362C1}" dt="2026-06-26T00:10:45.748" v="499" actId="1076"/>
          <ac:spMkLst>
            <pc:docMk/>
            <pc:sldMk cId="1811831482" sldId="277"/>
            <ac:spMk id="35" creationId="{C2F7B347-F52D-4E91-9023-308425FE20A9}"/>
          </ac:spMkLst>
        </pc:spChg>
        <pc:spChg chg="add mod">
          <ac:chgData name="채주환/선임연구원/칠러제어개발Project" userId="d3d527ec-2af8-4233-8d23-2c8c02633a2c" providerId="ADAL" clId="{A0B89100-B8DB-42D6-B3CD-D545348362C1}" dt="2026-06-26T00:10:51.493" v="501" actId="1076"/>
          <ac:spMkLst>
            <pc:docMk/>
            <pc:sldMk cId="1811831482" sldId="277"/>
            <ac:spMk id="38" creationId="{2769D709-0FDD-4E29-372F-BDAC11736E3C}"/>
          </ac:spMkLst>
        </pc:spChg>
        <pc:spChg chg="add mod">
          <ac:chgData name="채주환/선임연구원/칠러제어개발Project" userId="d3d527ec-2af8-4233-8d23-2c8c02633a2c" providerId="ADAL" clId="{A0B89100-B8DB-42D6-B3CD-D545348362C1}" dt="2026-06-26T00:02:46.284" v="417"/>
          <ac:spMkLst>
            <pc:docMk/>
            <pc:sldMk cId="1811831482" sldId="277"/>
            <ac:spMk id="44" creationId="{C8D78177-CB13-74A8-10F8-9062EBA1CE12}"/>
          </ac:spMkLst>
        </pc:spChg>
        <pc:spChg chg="add mod">
          <ac:chgData name="채주환/선임연구원/칠러제어개발Project" userId="d3d527ec-2af8-4233-8d23-2c8c02633a2c" providerId="ADAL" clId="{A0B89100-B8DB-42D6-B3CD-D545348362C1}" dt="2026-06-26T00:04:52.384" v="484" actId="1076"/>
          <ac:spMkLst>
            <pc:docMk/>
            <pc:sldMk cId="1811831482" sldId="277"/>
            <ac:spMk id="45" creationId="{085499CB-DFB3-E041-BECD-A185DAF0074D}"/>
          </ac:spMkLst>
        </pc:spChg>
        <pc:spChg chg="add mod">
          <ac:chgData name="채주환/선임연구원/칠러제어개발Project" userId="d3d527ec-2af8-4233-8d23-2c8c02633a2c" providerId="ADAL" clId="{A0B89100-B8DB-42D6-B3CD-D545348362C1}" dt="2026-06-26T00:10:43.166" v="498" actId="1076"/>
          <ac:spMkLst>
            <pc:docMk/>
            <pc:sldMk cId="1811831482" sldId="277"/>
            <ac:spMk id="48" creationId="{9A72D98D-769D-189C-9AFA-DCE12D8FFA40}"/>
          </ac:spMkLst>
        </pc:spChg>
        <pc:picChg chg="add mod">
          <ac:chgData name="채주환/선임연구원/칠러제어개발Project" userId="d3d527ec-2af8-4233-8d23-2c8c02633a2c" providerId="ADAL" clId="{A0B89100-B8DB-42D6-B3CD-D545348362C1}" dt="2026-06-26T00:01:59.649" v="409" actId="1035"/>
          <ac:picMkLst>
            <pc:docMk/>
            <pc:sldMk cId="1811831482" sldId="277"/>
            <ac:picMk id="5" creationId="{14F7F5CD-3F56-EE29-1A61-15233FAD8204}"/>
          </ac:picMkLst>
        </pc:picChg>
        <pc:picChg chg="add mod">
          <ac:chgData name="채주환/선임연구원/칠러제어개발Project" userId="d3d527ec-2af8-4233-8d23-2c8c02633a2c" providerId="ADAL" clId="{A0B89100-B8DB-42D6-B3CD-D545348362C1}" dt="2026-06-26T00:01:59.649" v="409" actId="1035"/>
          <ac:picMkLst>
            <pc:docMk/>
            <pc:sldMk cId="1811831482" sldId="277"/>
            <ac:picMk id="6" creationId="{DF35AA32-8D77-4E12-2A56-083973468B19}"/>
          </ac:picMkLst>
        </pc:picChg>
        <pc:picChg chg="add mod">
          <ac:chgData name="채주환/선임연구원/칠러제어개발Project" userId="d3d527ec-2af8-4233-8d23-2c8c02633a2c" providerId="ADAL" clId="{A0B89100-B8DB-42D6-B3CD-D545348362C1}" dt="2026-06-26T00:01:59.649" v="409" actId="1035"/>
          <ac:picMkLst>
            <pc:docMk/>
            <pc:sldMk cId="1811831482" sldId="277"/>
            <ac:picMk id="15" creationId="{EF84474E-6DBC-65E0-388D-5940B060E5C4}"/>
          </ac:picMkLst>
        </pc:picChg>
        <pc:picChg chg="add del mod">
          <ac:chgData name="채주환/선임연구원/칠러제어개발Project" userId="d3d527ec-2af8-4233-8d23-2c8c02633a2c" providerId="ADAL" clId="{A0B89100-B8DB-42D6-B3CD-D545348362C1}" dt="2026-06-25T23:55:12.915" v="74" actId="478"/>
          <ac:picMkLst>
            <pc:docMk/>
            <pc:sldMk cId="1811831482" sldId="277"/>
            <ac:picMk id="16" creationId="{E10485BA-8CFE-790E-5BCB-7E70DD12519F}"/>
          </ac:picMkLst>
        </pc:picChg>
        <pc:picChg chg="add del mod">
          <ac:chgData name="채주환/선임연구원/칠러제어개발Project" userId="d3d527ec-2af8-4233-8d23-2c8c02633a2c" providerId="ADAL" clId="{A0B89100-B8DB-42D6-B3CD-D545348362C1}" dt="2026-06-25T23:55:48.191" v="125" actId="478"/>
          <ac:picMkLst>
            <pc:docMk/>
            <pc:sldMk cId="1811831482" sldId="277"/>
            <ac:picMk id="19" creationId="{386190FF-25E5-CEF4-4066-E37571F0A866}"/>
          </ac:picMkLst>
        </pc:picChg>
        <pc:picChg chg="add del mod">
          <ac:chgData name="채주환/선임연구원/칠러제어개발Project" userId="d3d527ec-2af8-4233-8d23-2c8c02633a2c" providerId="ADAL" clId="{A0B89100-B8DB-42D6-B3CD-D545348362C1}" dt="2026-06-25T23:55:48.665" v="126" actId="478"/>
          <ac:picMkLst>
            <pc:docMk/>
            <pc:sldMk cId="1811831482" sldId="277"/>
            <ac:picMk id="20" creationId="{709722C2-616D-1CE6-3985-1CB13F557F4D}"/>
          </ac:picMkLst>
        </pc:picChg>
        <pc:picChg chg="add mod">
          <ac:chgData name="채주환/선임연구원/칠러제어개발Project" userId="d3d527ec-2af8-4233-8d23-2c8c02633a2c" providerId="ADAL" clId="{A0B89100-B8DB-42D6-B3CD-D545348362C1}" dt="2026-06-26T00:01:59.649" v="409" actId="1035"/>
          <ac:picMkLst>
            <pc:docMk/>
            <pc:sldMk cId="1811831482" sldId="277"/>
            <ac:picMk id="21" creationId="{A9375D6E-D564-B6CC-696F-7778BD515B6F}"/>
          </ac:picMkLst>
        </pc:picChg>
        <pc:picChg chg="add mod">
          <ac:chgData name="채주환/선임연구원/칠러제어개발Project" userId="d3d527ec-2af8-4233-8d23-2c8c02633a2c" providerId="ADAL" clId="{A0B89100-B8DB-42D6-B3CD-D545348362C1}" dt="2026-06-26T00:01:59.649" v="409" actId="1035"/>
          <ac:picMkLst>
            <pc:docMk/>
            <pc:sldMk cId="1811831482" sldId="277"/>
            <ac:picMk id="22" creationId="{FE844128-1998-4AE9-1DFA-EF21F5BA468B}"/>
          </ac:picMkLst>
        </pc:picChg>
        <pc:picChg chg="add mod">
          <ac:chgData name="채주환/선임연구원/칠러제어개발Project" userId="d3d527ec-2af8-4233-8d23-2c8c02633a2c" providerId="ADAL" clId="{A0B89100-B8DB-42D6-B3CD-D545348362C1}" dt="2026-06-25T23:44:37.283" v="21" actId="14100"/>
          <ac:picMkLst>
            <pc:docMk/>
            <pc:sldMk cId="1811831482" sldId="277"/>
            <ac:picMk id="1026" creationId="{4E735303-BA71-4301-23A0-CC8B2408A9A8}"/>
          </ac:picMkLst>
        </pc:picChg>
        <pc:picChg chg="add mod">
          <ac:chgData name="채주환/선임연구원/칠러제어개발Project" userId="d3d527ec-2af8-4233-8d23-2c8c02633a2c" providerId="ADAL" clId="{A0B89100-B8DB-42D6-B3CD-D545348362C1}" dt="2026-06-26T00:01:59.649" v="409" actId="1035"/>
          <ac:picMkLst>
            <pc:docMk/>
            <pc:sldMk cId="1811831482" sldId="277"/>
            <ac:picMk id="1030" creationId="{CEC216B0-8F90-AD6E-E1F6-E019C0F85F2F}"/>
          </ac:picMkLst>
        </pc:picChg>
        <pc:picChg chg="add mod">
          <ac:chgData name="채주환/선임연구원/칠러제어개발Project" userId="d3d527ec-2af8-4233-8d23-2c8c02633a2c" providerId="ADAL" clId="{A0B89100-B8DB-42D6-B3CD-D545348362C1}" dt="2026-06-26T00:01:59.649" v="409" actId="1035"/>
          <ac:picMkLst>
            <pc:docMk/>
            <pc:sldMk cId="1811831482" sldId="277"/>
            <ac:picMk id="1032" creationId="{93FFA5F6-F79F-69E3-9E14-E6757C1CC6FA}"/>
          </ac:picMkLst>
        </pc:picChg>
        <pc:picChg chg="add mod">
          <ac:chgData name="채주환/선임연구원/칠러제어개발Project" userId="d3d527ec-2af8-4233-8d23-2c8c02633a2c" providerId="ADAL" clId="{A0B89100-B8DB-42D6-B3CD-D545348362C1}" dt="2026-06-26T00:02:04.992" v="410" actId="1076"/>
          <ac:picMkLst>
            <pc:docMk/>
            <pc:sldMk cId="1811831482" sldId="277"/>
            <ac:picMk id="1034" creationId="{6DC096A6-5043-E2D4-BD37-0441A44502F3}"/>
          </ac:picMkLst>
        </pc:picChg>
        <pc:cxnChg chg="add mod">
          <ac:chgData name="채주환/선임연구원/칠러제어개발Project" userId="d3d527ec-2af8-4233-8d23-2c8c02633a2c" providerId="ADAL" clId="{A0B89100-B8DB-42D6-B3CD-D545348362C1}" dt="2026-06-26T00:01:59.649" v="409" actId="1035"/>
          <ac:cxnSpMkLst>
            <pc:docMk/>
            <pc:sldMk cId="1811831482" sldId="277"/>
            <ac:cxnSpMk id="8" creationId="{CBD52BA2-8183-57E9-719B-32F76D1FD498}"/>
          </ac:cxnSpMkLst>
        </pc:cxnChg>
        <pc:cxnChg chg="add mod">
          <ac:chgData name="채주환/선임연구원/칠러제어개발Project" userId="d3d527ec-2af8-4233-8d23-2c8c02633a2c" providerId="ADAL" clId="{A0B89100-B8DB-42D6-B3CD-D545348362C1}" dt="2026-06-26T00:01:59.649" v="409" actId="1035"/>
          <ac:cxnSpMkLst>
            <pc:docMk/>
            <pc:sldMk cId="1811831482" sldId="277"/>
            <ac:cxnSpMk id="12" creationId="{68026648-80D2-A161-348E-229F02865CF1}"/>
          </ac:cxnSpMkLst>
        </pc:cxnChg>
        <pc:cxnChg chg="add del mod">
          <ac:chgData name="채주환/선임연구원/칠러제어개발Project" userId="d3d527ec-2af8-4233-8d23-2c8c02633a2c" providerId="ADAL" clId="{A0B89100-B8DB-42D6-B3CD-D545348362C1}" dt="2026-06-25T23:57:33.242" v="223" actId="478"/>
          <ac:cxnSpMkLst>
            <pc:docMk/>
            <pc:sldMk cId="1811831482" sldId="277"/>
            <ac:cxnSpMk id="25" creationId="{19ECCBDF-1012-B518-CA23-EA6DB97771D9}"/>
          </ac:cxnSpMkLst>
        </pc:cxnChg>
        <pc:cxnChg chg="add mod">
          <ac:chgData name="채주환/선임연구원/칠러제어개발Project" userId="d3d527ec-2af8-4233-8d23-2c8c02633a2c" providerId="ADAL" clId="{A0B89100-B8DB-42D6-B3CD-D545348362C1}" dt="2026-06-26T00:01:59.649" v="409" actId="1035"/>
          <ac:cxnSpMkLst>
            <pc:docMk/>
            <pc:sldMk cId="1811831482" sldId="277"/>
            <ac:cxnSpMk id="27" creationId="{E1C987F5-A411-ACE2-3C42-A3E19654923B}"/>
          </ac:cxnSpMkLst>
        </pc:cxnChg>
        <pc:cxnChg chg="add mod">
          <ac:chgData name="채주환/선임연구원/칠러제어개발Project" userId="d3d527ec-2af8-4233-8d23-2c8c02633a2c" providerId="ADAL" clId="{A0B89100-B8DB-42D6-B3CD-D545348362C1}" dt="2026-06-26T00:01:59.649" v="409" actId="1035"/>
          <ac:cxnSpMkLst>
            <pc:docMk/>
            <pc:sldMk cId="1811831482" sldId="277"/>
            <ac:cxnSpMk id="30" creationId="{9F7336D6-82B8-6D2C-741E-B4FAFEDB84EC}"/>
          </ac:cxnSpMkLst>
        </pc:cxnChg>
        <pc:cxnChg chg="add mod">
          <ac:chgData name="채주환/선임연구원/칠러제어개발Project" userId="d3d527ec-2af8-4233-8d23-2c8c02633a2c" providerId="ADAL" clId="{A0B89100-B8DB-42D6-B3CD-D545348362C1}" dt="2026-06-26T00:02:42.183" v="416" actId="1582"/>
          <ac:cxnSpMkLst>
            <pc:docMk/>
            <pc:sldMk cId="1811831482" sldId="277"/>
            <ac:cxnSpMk id="40" creationId="{B4929373-2B23-25B1-6E9A-19E66379B634}"/>
          </ac:cxnSpMkLst>
        </pc:cxnChg>
        <pc:cxnChg chg="add mod">
          <ac:chgData name="채주환/선임연구원/칠러제어개발Project" userId="d3d527ec-2af8-4233-8d23-2c8c02633a2c" providerId="ADAL" clId="{A0B89100-B8DB-42D6-B3CD-D545348362C1}" dt="2026-06-26T00:03:00.759" v="422" actId="14100"/>
          <ac:cxnSpMkLst>
            <pc:docMk/>
            <pc:sldMk cId="1811831482" sldId="277"/>
            <ac:cxnSpMk id="46" creationId="{C402A860-88D9-B793-B170-240FDFEA5D9E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29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28613" y="2193925"/>
            <a:ext cx="10533063" cy="59261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987425" y="8448675"/>
            <a:ext cx="7900988" cy="691356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744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E57A21DD-9831-4D6D-AAF8-67CAAEF0F82D}"/>
              </a:ext>
            </a:extLst>
          </p:cNvPr>
          <p:cNvSpPr/>
          <p:nvPr userDrawn="1"/>
        </p:nvSpPr>
        <p:spPr>
          <a:xfrm>
            <a:off x="0" y="-1"/>
            <a:ext cx="17556163" cy="9875839"/>
          </a:xfrm>
          <a:prstGeom prst="rect">
            <a:avLst/>
          </a:prstGeom>
          <a:solidFill>
            <a:srgbClr val="5363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9734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CD047C5-D1CA-4739-B775-CDFA85CEFB8D}"/>
              </a:ext>
            </a:extLst>
          </p:cNvPr>
          <p:cNvSpPr/>
          <p:nvPr userDrawn="1"/>
        </p:nvSpPr>
        <p:spPr>
          <a:xfrm>
            <a:off x="0" y="0"/>
            <a:ext cx="17556480" cy="1378857"/>
          </a:xfrm>
          <a:prstGeom prst="rect">
            <a:avLst/>
          </a:prstGeom>
          <a:solidFill>
            <a:srgbClr val="5363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984B8A6-70A3-4F7F-946D-524F63C6FC1A}"/>
              </a:ext>
            </a:extLst>
          </p:cNvPr>
          <p:cNvSpPr/>
          <p:nvPr userDrawn="1"/>
        </p:nvSpPr>
        <p:spPr>
          <a:xfrm>
            <a:off x="-317" y="1402920"/>
            <a:ext cx="17556480" cy="8496981"/>
          </a:xfrm>
          <a:prstGeom prst="rect">
            <a:avLst/>
          </a:prstGeom>
          <a:solidFill>
            <a:srgbClr val="F6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499821E-4AD1-4653-B045-96CDFDF31917}"/>
              </a:ext>
            </a:extLst>
          </p:cNvPr>
          <p:cNvSpPr>
            <a:spLocks noGrp="1"/>
          </p:cNvSpPr>
          <p:nvPr userDrawn="1">
            <p:ph sz="quarter" idx="10"/>
          </p:nvPr>
        </p:nvSpPr>
        <p:spPr>
          <a:xfrm>
            <a:off x="584576" y="1805408"/>
            <a:ext cx="16387011" cy="7692004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1100"/>
              </a:spcBef>
              <a:buFont typeface="맑은 고딕" panose="020B0503020000020004" pitchFamily="50" charset="-127"/>
              <a:buChar char="■"/>
              <a:defRPr b="1"/>
            </a:lvl1pPr>
            <a:lvl2pPr marL="742950" indent="-285750">
              <a:spcBef>
                <a:spcPts val="1100"/>
              </a:spcBef>
              <a:buFont typeface="Arial" panose="020B0604020202020204" pitchFamily="34" charset="0"/>
              <a:buChar char="►"/>
              <a:defRPr/>
            </a:lvl2pPr>
            <a:lvl3pPr>
              <a:spcBef>
                <a:spcPts val="1100"/>
              </a:spcBef>
              <a:defRPr/>
            </a:lvl3pPr>
            <a:lvl4pPr>
              <a:spcBef>
                <a:spcPts val="1100"/>
              </a:spcBef>
              <a:defRPr/>
            </a:lvl4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BEACD767-6E31-414A-A26A-3F01690E3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62" y="161244"/>
            <a:ext cx="16936357" cy="1056369"/>
          </a:xfrm>
          <a:prstGeom prst="rect">
            <a:avLst/>
          </a:prstGeom>
        </p:spPr>
        <p:txBody>
          <a:bodyPr anchor="ctr"/>
          <a:lstStyle>
            <a:lvl1pPr algn="l">
              <a:defRPr sz="5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DF216B-B42F-1225-C077-5FC8EF429D69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8060500" y="63500"/>
            <a:ext cx="14668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2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LGE Internal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A7D05B-C1FC-45DC-BB6D-04B7BA88C268}"/>
              </a:ext>
            </a:extLst>
          </p:cNvPr>
          <p:cNvSpPr txBox="1"/>
          <p:nvPr/>
        </p:nvSpPr>
        <p:spPr>
          <a:xfrm>
            <a:off x="902763" y="947474"/>
            <a:ext cx="59610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chemeClr val="bg1"/>
                </a:solidFill>
                <a:latin typeface="+mn-ea"/>
              </a:rPr>
              <a:t>LG SW</a:t>
            </a:r>
            <a:r>
              <a:rPr lang="ko-KR" altLang="en-US" sz="2000" b="1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2000" b="1">
                <a:solidFill>
                  <a:schemeClr val="bg1"/>
                </a:solidFill>
                <a:latin typeface="+mn-ea"/>
              </a:rPr>
              <a:t>Bootcamp</a:t>
            </a:r>
            <a:r>
              <a:rPr lang="ko-KR" altLang="en-US" sz="2000" b="1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2000" b="1">
                <a:solidFill>
                  <a:schemeClr val="bg1"/>
                </a:solidFill>
                <a:latin typeface="+mn-ea"/>
              </a:rPr>
              <a:t>13</a:t>
            </a:r>
            <a:r>
              <a:rPr lang="ko-KR" altLang="en-US" sz="2000" b="1">
                <a:solidFill>
                  <a:schemeClr val="bg1"/>
                </a:solidFill>
                <a:latin typeface="+mn-ea"/>
              </a:rPr>
              <a:t>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D795AE-448F-490A-8637-8E09375444CB}"/>
              </a:ext>
            </a:extLst>
          </p:cNvPr>
          <p:cNvSpPr txBox="1"/>
          <p:nvPr/>
        </p:nvSpPr>
        <p:spPr>
          <a:xfrm>
            <a:off x="1682748" y="3857240"/>
            <a:ext cx="1419066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800" b="1">
                <a:solidFill>
                  <a:schemeClr val="bg1"/>
                </a:solidFill>
                <a:latin typeface="+mn-ea"/>
              </a:rPr>
              <a:t>2</a:t>
            </a:r>
            <a:r>
              <a:rPr lang="ko-KR" altLang="en-US" sz="8800" b="1">
                <a:solidFill>
                  <a:schemeClr val="bg1"/>
                </a:solidFill>
                <a:latin typeface="+mn-ea"/>
              </a:rPr>
              <a:t>인 협동 탱크 게임</a:t>
            </a:r>
            <a:endParaRPr lang="en-US" altLang="ko-KR" sz="8800" b="1">
              <a:solidFill>
                <a:schemeClr val="bg1"/>
              </a:solidFill>
              <a:latin typeface="+mn-ea"/>
            </a:endParaRPr>
          </a:p>
          <a:p>
            <a:pPr algn="ctr"/>
            <a:endParaRPr lang="en-US" altLang="ko-KR" sz="160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sz="3600">
                <a:solidFill>
                  <a:schemeClr val="bg1"/>
                </a:solidFill>
                <a:latin typeface="+mn-ea"/>
              </a:rPr>
              <a:t>프로젝트 결과보고서</a:t>
            </a:r>
            <a:endParaRPr lang="ko-KR" altLang="en-US" sz="880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86B50E-BC06-4E97-995B-265C24CAAB2F}"/>
              </a:ext>
            </a:extLst>
          </p:cNvPr>
          <p:cNvSpPr txBox="1"/>
          <p:nvPr/>
        </p:nvSpPr>
        <p:spPr>
          <a:xfrm>
            <a:off x="10740474" y="7827365"/>
            <a:ext cx="596106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b="1">
                <a:solidFill>
                  <a:schemeClr val="bg1"/>
                </a:solidFill>
                <a:latin typeface="+mn-ea"/>
              </a:rPr>
              <a:t>A</a:t>
            </a:r>
            <a:r>
              <a:rPr lang="ko-KR" altLang="en-US" sz="2800" b="1">
                <a:solidFill>
                  <a:schemeClr val="bg1"/>
                </a:solidFill>
                <a:latin typeface="+mn-ea"/>
              </a:rPr>
              <a:t>반 </a:t>
            </a:r>
            <a:r>
              <a:rPr lang="en-US" altLang="ko-KR" sz="2800" b="1">
                <a:solidFill>
                  <a:schemeClr val="bg1"/>
                </a:solidFill>
                <a:latin typeface="+mn-ea"/>
              </a:rPr>
              <a:t>4</a:t>
            </a:r>
            <a:r>
              <a:rPr lang="ko-KR" altLang="en-US" sz="2800" b="1">
                <a:solidFill>
                  <a:schemeClr val="bg1"/>
                </a:solidFill>
                <a:latin typeface="+mn-ea"/>
              </a:rPr>
              <a:t>팀 </a:t>
            </a:r>
            <a:r>
              <a:rPr lang="en-US" altLang="ko-KR" sz="2800" b="1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2800" b="1">
                <a:solidFill>
                  <a:schemeClr val="bg1"/>
                </a:solidFill>
                <a:latin typeface="+mn-ea"/>
              </a:rPr>
              <a:t>최전방팀</a:t>
            </a:r>
            <a:r>
              <a:rPr lang="en-US" altLang="ko-KR" sz="2800" b="1">
                <a:solidFill>
                  <a:schemeClr val="bg1"/>
                </a:solidFill>
                <a:latin typeface="+mn-ea"/>
              </a:rPr>
              <a:t>)</a:t>
            </a:r>
          </a:p>
          <a:p>
            <a:pPr algn="r"/>
            <a:endParaRPr lang="en-US" altLang="ko-KR" sz="1100" b="1">
              <a:solidFill>
                <a:schemeClr val="bg1"/>
              </a:solidFill>
              <a:latin typeface="+mn-ea"/>
            </a:endParaRPr>
          </a:p>
          <a:p>
            <a:pPr algn="r"/>
            <a:r>
              <a:rPr lang="ko-KR" altLang="en-US" sz="2800" b="1" err="1">
                <a:solidFill>
                  <a:schemeClr val="bg1"/>
                </a:solidFill>
                <a:latin typeface="+mn-ea"/>
              </a:rPr>
              <a:t>채주환</a:t>
            </a:r>
            <a:r>
              <a:rPr lang="ko-KR" altLang="en-US" sz="2800" b="1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2800" b="1" err="1">
                <a:solidFill>
                  <a:schemeClr val="bg1"/>
                </a:solidFill>
                <a:latin typeface="+mn-ea"/>
              </a:rPr>
              <a:t>차준혁</a:t>
            </a:r>
            <a:r>
              <a:rPr lang="ko-KR" altLang="en-US" sz="2800" b="1">
                <a:solidFill>
                  <a:schemeClr val="bg1"/>
                </a:solidFill>
                <a:latin typeface="+mn-ea"/>
              </a:rPr>
              <a:t> 조지은</a:t>
            </a:r>
          </a:p>
        </p:txBody>
      </p:sp>
    </p:spTree>
    <p:extLst>
      <p:ext uri="{BB962C8B-B14F-4D97-AF65-F5344CB8AC3E}">
        <p14:creationId xmlns:p14="http://schemas.microsoft.com/office/powerpoint/2010/main" val="3022858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6E2CAA-07CD-4930-91D1-4E890FC60EDF}"/>
              </a:ext>
            </a:extLst>
          </p:cNvPr>
          <p:cNvSpPr txBox="1"/>
          <p:nvPr/>
        </p:nvSpPr>
        <p:spPr>
          <a:xfrm>
            <a:off x="1754613" y="2645812"/>
            <a:ext cx="11160121" cy="6075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>
                <a:solidFill>
                  <a:schemeClr val="bg1"/>
                </a:solidFill>
                <a:latin typeface="+mn-ea"/>
              </a:rPr>
              <a:t>주제 및 결과 요약</a:t>
            </a:r>
            <a:endParaRPr lang="en-US" altLang="ko-KR" sz="4400" b="1">
              <a:solidFill>
                <a:schemeClr val="bg1"/>
              </a:solidFill>
              <a:latin typeface="+mn-ea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>
                <a:solidFill>
                  <a:schemeClr val="bg1"/>
                </a:solidFill>
                <a:latin typeface="+mn-ea"/>
              </a:rPr>
              <a:t>개발 목표 및 개발 결과 </a:t>
            </a:r>
            <a:endParaRPr lang="en-US" altLang="ko-KR" sz="4400" b="1">
              <a:solidFill>
                <a:schemeClr val="bg1"/>
              </a:solidFill>
              <a:latin typeface="+mn-ea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>
                <a:solidFill>
                  <a:schemeClr val="bg1"/>
                </a:solidFill>
                <a:latin typeface="+mn-ea"/>
              </a:rPr>
              <a:t>핵심 기술</a:t>
            </a:r>
            <a:endParaRPr lang="en-US" altLang="ko-KR" sz="4400" b="1">
              <a:solidFill>
                <a:schemeClr val="bg1"/>
              </a:solidFill>
              <a:latin typeface="+mn-ea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>
                <a:solidFill>
                  <a:schemeClr val="bg1"/>
                </a:solidFill>
                <a:latin typeface="+mn-ea"/>
              </a:rPr>
              <a:t>결과 분석 및 기대 효과</a:t>
            </a:r>
            <a:endParaRPr lang="en-US" altLang="ko-KR" sz="4400" b="1">
              <a:solidFill>
                <a:schemeClr val="bg1"/>
              </a:solidFill>
              <a:latin typeface="+mn-ea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>
                <a:solidFill>
                  <a:schemeClr val="bg1"/>
                </a:solidFill>
                <a:latin typeface="+mn-ea"/>
              </a:rPr>
              <a:t>향후 연구 과제</a:t>
            </a:r>
            <a:endParaRPr lang="en-US" altLang="ko-KR" sz="4400" b="1">
              <a:solidFill>
                <a:schemeClr val="bg1"/>
              </a:solidFill>
              <a:latin typeface="+mn-ea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>
                <a:solidFill>
                  <a:schemeClr val="bg1"/>
                </a:solidFill>
                <a:latin typeface="+mn-ea"/>
              </a:rPr>
              <a:t>프로젝트 수행 후기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30F964-628D-4914-A34D-202F2845052D}"/>
              </a:ext>
            </a:extLst>
          </p:cNvPr>
          <p:cNvSpPr txBox="1"/>
          <p:nvPr/>
        </p:nvSpPr>
        <p:spPr>
          <a:xfrm>
            <a:off x="1123241" y="750510"/>
            <a:ext cx="11160121" cy="129881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6000" b="1">
                <a:solidFill>
                  <a:schemeClr val="bg1"/>
                </a:solidFill>
                <a:latin typeface="+mn-ea"/>
              </a:rPr>
              <a:t>목차구성</a:t>
            </a:r>
          </a:p>
        </p:txBody>
      </p:sp>
    </p:spTree>
    <p:extLst>
      <p:ext uri="{BB962C8B-B14F-4D97-AF65-F5344CB8AC3E}">
        <p14:creationId xmlns:p14="http://schemas.microsoft.com/office/powerpoint/2010/main" val="1722674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67DBEB5-EC57-4C95-93EB-B4188D9B8AB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/>
              <a:t>프로젝트 주제</a:t>
            </a:r>
            <a:endParaRPr lang="en-US" altLang="ko-KR"/>
          </a:p>
          <a:p>
            <a:pPr lvl="1"/>
            <a:r>
              <a:rPr lang="ko-KR" altLang="en-US"/>
              <a:t>카메라 기반 </a:t>
            </a:r>
            <a:r>
              <a:rPr lang="en-US" altLang="ko-KR" b="1"/>
              <a:t>Body/Hand</a:t>
            </a:r>
            <a:r>
              <a:rPr lang="ko-KR" altLang="en-US" b="1"/>
              <a:t> 랜드마크 인식</a:t>
            </a:r>
            <a:r>
              <a:rPr lang="ko-KR" altLang="en-US"/>
              <a:t> 기술을 활용하여</a:t>
            </a:r>
            <a:r>
              <a:rPr lang="en-US" altLang="ko-KR"/>
              <a:t>, </a:t>
            </a:r>
            <a:r>
              <a:rPr lang="ko-KR" altLang="en-US"/>
              <a:t>사용자의 팔</a:t>
            </a:r>
            <a:r>
              <a:rPr lang="en-US" altLang="ko-KR"/>
              <a:t>·</a:t>
            </a:r>
            <a:r>
              <a:rPr lang="ko-KR" altLang="en-US"/>
              <a:t>손 동작만으로 탱크를 실시간 조종하는 </a:t>
            </a:r>
            <a:r>
              <a:rPr lang="en-US" altLang="ko-KR" b="1"/>
              <a:t>2</a:t>
            </a:r>
            <a:r>
              <a:rPr lang="ko-KR" altLang="en-US" b="1"/>
              <a:t>인 협동 체감형 게임 시스템</a:t>
            </a:r>
            <a:r>
              <a:rPr lang="ko-KR" altLang="en-US"/>
              <a:t>을 구현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프로젝트 목표</a:t>
            </a:r>
            <a:endParaRPr lang="en-US" altLang="ko-KR"/>
          </a:p>
          <a:p>
            <a:pPr lvl="1"/>
            <a:r>
              <a:rPr lang="ko-KR" altLang="en-US"/>
              <a:t>컨트롤러 없이 신체 동작</a:t>
            </a:r>
            <a:r>
              <a:rPr lang="en-US" altLang="ko-KR"/>
              <a:t>/</a:t>
            </a:r>
            <a:r>
              <a:rPr lang="ko-KR" altLang="en-US"/>
              <a:t>음성만으로 게임을 조종하는 자연스러운 체감 인터페이스 구현</a:t>
            </a:r>
            <a:endParaRPr lang="en-US" altLang="ko-KR"/>
          </a:p>
          <a:p>
            <a:pPr lvl="1"/>
            <a:r>
              <a:rPr lang="en-US" altLang="ko-KR"/>
              <a:t>2</a:t>
            </a:r>
            <a:r>
              <a:rPr lang="ko-KR" altLang="en-US"/>
              <a:t>명의 플레이어가 역할을 분담하여 하나의 탱크를 협력 조종하는 멀티플레이 시스템 구현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프로젝트 결과</a:t>
            </a:r>
            <a:endParaRPr lang="en-US" altLang="ko-KR"/>
          </a:p>
          <a:p>
            <a:pPr lvl="1"/>
            <a:r>
              <a:rPr lang="en-US" altLang="ko-KR"/>
              <a:t>TBD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A5382E0-3856-40E9-9E14-56F59D95D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</a:t>
            </a:r>
            <a:r>
              <a:rPr lang="ko-KR" altLang="en-US"/>
              <a:t>주제 및 결과 요약</a:t>
            </a:r>
          </a:p>
        </p:txBody>
      </p:sp>
    </p:spTree>
    <p:extLst>
      <p:ext uri="{BB962C8B-B14F-4D97-AF65-F5344CB8AC3E}">
        <p14:creationId xmlns:p14="http://schemas.microsoft.com/office/powerpoint/2010/main" val="2639990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AF616CF-9B61-41F7-AC29-D90714FBC90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/>
              <a:t>기획 의도</a:t>
            </a:r>
            <a:endParaRPr lang="en-US" altLang="ko-KR"/>
          </a:p>
          <a:p>
            <a:pPr lvl="1"/>
            <a:r>
              <a:rPr lang="ko-KR" altLang="en-US"/>
              <a:t>기존의 컨트롤러 입력 방식에서 벗어나</a:t>
            </a:r>
            <a:r>
              <a:rPr lang="en-US" altLang="ko-KR"/>
              <a:t>, </a:t>
            </a:r>
            <a:r>
              <a:rPr lang="ko-KR" altLang="en-US"/>
              <a:t>사람의 신체 언어</a:t>
            </a:r>
            <a:r>
              <a:rPr lang="en-US" altLang="ko-KR"/>
              <a:t>(body language)</a:t>
            </a:r>
            <a:r>
              <a:rPr lang="ko-KR" altLang="en-US"/>
              <a:t>를 그대로 게임 입력 신호로 변환하는 체감형 인터페이스를 구현</a:t>
            </a:r>
            <a:r>
              <a:rPr lang="en-US" altLang="ko-KR"/>
              <a:t> </a:t>
            </a:r>
          </a:p>
          <a:p>
            <a:pPr lvl="1"/>
            <a:r>
              <a:rPr lang="en-US" altLang="ko-KR"/>
              <a:t>AI </a:t>
            </a:r>
            <a:r>
              <a:rPr lang="ko-KR" altLang="en-US"/>
              <a:t>추론 보드를 통한 </a:t>
            </a:r>
            <a:r>
              <a:rPr lang="en-US" altLang="ko-KR"/>
              <a:t>Edge</a:t>
            </a:r>
            <a:r>
              <a:rPr lang="ko-KR" altLang="en-US"/>
              <a:t> 컴퓨팅으로 실시간 처리</a:t>
            </a:r>
            <a:endParaRPr lang="en-US" altLang="ko-KR"/>
          </a:p>
          <a:p>
            <a:pPr lvl="1"/>
            <a:r>
              <a:rPr lang="ko-KR" altLang="en-US"/>
              <a:t>동작 인식을 통한 </a:t>
            </a:r>
            <a:r>
              <a:rPr lang="en-US" altLang="ko-KR"/>
              <a:t>Low level </a:t>
            </a:r>
            <a:r>
              <a:rPr lang="ko-KR" altLang="en-US"/>
              <a:t>제어와 </a:t>
            </a:r>
            <a:r>
              <a:rPr lang="en-US" altLang="ko-KR"/>
              <a:t>LLM</a:t>
            </a:r>
            <a:r>
              <a:rPr lang="ko-KR" altLang="en-US"/>
              <a:t>을 통한 </a:t>
            </a:r>
            <a:r>
              <a:rPr lang="en-US" altLang="ko-KR"/>
              <a:t>High level </a:t>
            </a:r>
            <a:r>
              <a:rPr lang="ko-KR" altLang="en-US"/>
              <a:t>제어를 통합하여 구현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5FE2E0A-6B86-4C67-B89B-AA38321CF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개발 목표 및 개발 결과</a:t>
            </a:r>
          </a:p>
        </p:txBody>
      </p:sp>
    </p:spTree>
    <p:extLst>
      <p:ext uri="{BB962C8B-B14F-4D97-AF65-F5344CB8AC3E}">
        <p14:creationId xmlns:p14="http://schemas.microsoft.com/office/powerpoint/2010/main" val="3522159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Mediapipe (1) - Mediapipe 이해 및 Object detection 예제 — da2so">
            <a:extLst>
              <a:ext uri="{FF2B5EF4-FFF2-40B4-BE49-F238E27FC236}">
                <a16:creationId xmlns:a16="http://schemas.microsoft.com/office/drawing/2014/main" id="{CEC216B0-8F90-AD6E-E1F6-E019C0F85F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0286" y="2958394"/>
            <a:ext cx="1295923" cy="129592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AF616CF-9B61-41F7-AC29-D90714FBC90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/>
              <a:t>시스템 구조도</a:t>
            </a:r>
            <a:endParaRPr lang="en-US" altLang="ko-KR"/>
          </a:p>
          <a:p>
            <a:pPr marL="457200" lvl="1" indent="0">
              <a:buNone/>
            </a:pPr>
            <a:endParaRPr lang="en-US" altLang="ko-KR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5FE2E0A-6B86-4C67-B89B-AA38321CF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개발 목표 및 개발 결과</a:t>
            </a:r>
          </a:p>
        </p:txBody>
      </p:sp>
      <p:pic>
        <p:nvPicPr>
          <p:cNvPr id="5" name="그래픽 4" descr="사용자 단색으로 채워진">
            <a:extLst>
              <a:ext uri="{FF2B5EF4-FFF2-40B4-BE49-F238E27FC236}">
                <a16:creationId xmlns:a16="http://schemas.microsoft.com/office/drawing/2014/main" id="{14F7F5CD-3F56-EE29-1A61-15233FAD82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5867" y="3346343"/>
            <a:ext cx="914400" cy="914400"/>
          </a:xfrm>
          <a:prstGeom prst="rect">
            <a:avLst/>
          </a:prstGeom>
        </p:spPr>
      </p:pic>
      <p:pic>
        <p:nvPicPr>
          <p:cNvPr id="6" name="그래픽 5" descr="사용자 단색으로 채워진">
            <a:extLst>
              <a:ext uri="{FF2B5EF4-FFF2-40B4-BE49-F238E27FC236}">
                <a16:creationId xmlns:a16="http://schemas.microsoft.com/office/drawing/2014/main" id="{DF35AA32-8D77-4E12-2A56-083973468B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76678" y="6010397"/>
            <a:ext cx="914400" cy="914400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BD52BA2-8183-57E9-719B-32F76D1FD498}"/>
              </a:ext>
            </a:extLst>
          </p:cNvPr>
          <p:cNvCxnSpPr>
            <a:cxnSpLocks/>
          </p:cNvCxnSpPr>
          <p:nvPr/>
        </p:nvCxnSpPr>
        <p:spPr>
          <a:xfrm>
            <a:off x="3030267" y="3803543"/>
            <a:ext cx="122822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68026648-80D2-A161-348E-229F02865CF1}"/>
              </a:ext>
            </a:extLst>
          </p:cNvPr>
          <p:cNvCxnSpPr>
            <a:cxnSpLocks/>
          </p:cNvCxnSpPr>
          <p:nvPr/>
        </p:nvCxnSpPr>
        <p:spPr>
          <a:xfrm>
            <a:off x="2991078" y="6476465"/>
            <a:ext cx="122822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래픽, 클립아트, 다채로움, 그래픽 디자인이(가) 표시된 사진&#10;&#10;자동 생성된 설명">
            <a:extLst>
              <a:ext uri="{FF2B5EF4-FFF2-40B4-BE49-F238E27FC236}">
                <a16:creationId xmlns:a16="http://schemas.microsoft.com/office/drawing/2014/main" id="{EF84474E-6DBC-65E0-388D-5940B060E5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021" y="2514292"/>
            <a:ext cx="897031" cy="114533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455770B-CC1F-4F5F-D852-D94E4A929271}"/>
              </a:ext>
            </a:extLst>
          </p:cNvPr>
          <p:cNvSpPr txBox="1"/>
          <p:nvPr/>
        </p:nvSpPr>
        <p:spPr>
          <a:xfrm>
            <a:off x="1730513" y="4245490"/>
            <a:ext cx="1685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Player 1</a:t>
            </a:r>
            <a:endParaRPr lang="ko-KR" altLang="en-US" sz="2400" b="1">
              <a:latin typeface="Cascadia Code" panose="020B0609020000020004" pitchFamily="49" charset="0"/>
              <a:ea typeface="LG Smart_H2.0 B" panose="020B0503020000020004" pitchFamily="34" charset="-127"/>
              <a:cs typeface="Cascadia Code" panose="020B06090200000200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F90B89-21E7-D089-55A5-6C875FAEE215}"/>
              </a:ext>
            </a:extLst>
          </p:cNvPr>
          <p:cNvSpPr txBox="1"/>
          <p:nvPr/>
        </p:nvSpPr>
        <p:spPr>
          <a:xfrm>
            <a:off x="1691324" y="6922878"/>
            <a:ext cx="1685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Player 2</a:t>
            </a:r>
            <a:endParaRPr lang="ko-KR" altLang="en-US" sz="2400" b="1">
              <a:latin typeface="Cascadia Code" panose="020B0609020000020004" pitchFamily="49" charset="0"/>
              <a:ea typeface="LG Smart_H2.0 B" panose="020B0503020000020004" pitchFamily="34" charset="-127"/>
              <a:cs typeface="Cascadia Code" panose="020B0609020000020004" pitchFamily="49" charset="0"/>
            </a:endParaRPr>
          </a:p>
        </p:txBody>
      </p:sp>
      <p:pic>
        <p:nvPicPr>
          <p:cNvPr id="21" name="Picture 6" descr="Mediapipe (1) - Mediapipe 이해 및 Object detection 예제 — da2so">
            <a:extLst>
              <a:ext uri="{FF2B5EF4-FFF2-40B4-BE49-F238E27FC236}">
                <a16:creationId xmlns:a16="http://schemas.microsoft.com/office/drawing/2014/main" id="{A9375D6E-D564-B6CC-696F-7778BD515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1097" y="5595356"/>
            <a:ext cx="1295923" cy="129592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그림 21" descr="그래픽, 클립아트, 다채로움, 그래픽 디자인이(가) 표시된 사진&#10;&#10;자동 생성된 설명">
            <a:extLst>
              <a:ext uri="{FF2B5EF4-FFF2-40B4-BE49-F238E27FC236}">
                <a16:creationId xmlns:a16="http://schemas.microsoft.com/office/drawing/2014/main" id="{FE844128-1998-4AE9-1DFA-EF21F5BA4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0832" y="5151254"/>
            <a:ext cx="897031" cy="114533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1E6715A-F61D-D9FD-D391-1FFD4154C899}"/>
              </a:ext>
            </a:extLst>
          </p:cNvPr>
          <p:cNvSpPr txBox="1"/>
          <p:nvPr/>
        </p:nvSpPr>
        <p:spPr>
          <a:xfrm>
            <a:off x="3958403" y="4325732"/>
            <a:ext cx="3172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Pose Estimation</a:t>
            </a:r>
            <a:endParaRPr lang="ko-KR" altLang="en-US" sz="2400" b="1">
              <a:latin typeface="Cascadia Code" panose="020B0609020000020004" pitchFamily="49" charset="0"/>
              <a:ea typeface="LG Smart_H2.0 B" panose="020B0503020000020004" pitchFamily="34" charset="-127"/>
              <a:cs typeface="Cascadia Code" panose="020B06090200000200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755694-E1CF-85C6-EE69-A9AA54DFCDCE}"/>
              </a:ext>
            </a:extLst>
          </p:cNvPr>
          <p:cNvSpPr txBox="1"/>
          <p:nvPr/>
        </p:nvSpPr>
        <p:spPr>
          <a:xfrm>
            <a:off x="3932595" y="6950264"/>
            <a:ext cx="3172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Pose Estimation</a:t>
            </a:r>
            <a:endParaRPr lang="ko-KR" altLang="en-US" sz="2400" b="1">
              <a:latin typeface="Cascadia Code" panose="020B0609020000020004" pitchFamily="49" charset="0"/>
              <a:ea typeface="LG Smart_H2.0 B" panose="020B0503020000020004" pitchFamily="34" charset="-127"/>
              <a:cs typeface="Cascadia Code" panose="020B0609020000020004" pitchFamily="49" charset="0"/>
            </a:endParaRPr>
          </a:p>
        </p:txBody>
      </p:sp>
      <p:pic>
        <p:nvPicPr>
          <p:cNvPr id="1032" name="Picture 8" descr="Unity란?">
            <a:extLst>
              <a:ext uri="{FF2B5EF4-FFF2-40B4-BE49-F238E27FC236}">
                <a16:creationId xmlns:a16="http://schemas.microsoft.com/office/drawing/2014/main" id="{93FFA5F6-F79F-69E3-9E14-E6757C1CC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2913" y="4245490"/>
            <a:ext cx="4012137" cy="1457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E1C987F5-A411-ACE2-3C42-A3E19654923B}"/>
              </a:ext>
            </a:extLst>
          </p:cNvPr>
          <p:cNvCxnSpPr>
            <a:cxnSpLocks/>
          </p:cNvCxnSpPr>
          <p:nvPr/>
        </p:nvCxnSpPr>
        <p:spPr>
          <a:xfrm>
            <a:off x="6786474" y="3803543"/>
            <a:ext cx="3533183" cy="983854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9F7336D6-82B8-6D2C-741E-B4FAFEDB84EC}"/>
              </a:ext>
            </a:extLst>
          </p:cNvPr>
          <p:cNvCxnSpPr>
            <a:cxnSpLocks/>
          </p:cNvCxnSpPr>
          <p:nvPr/>
        </p:nvCxnSpPr>
        <p:spPr>
          <a:xfrm flipV="1">
            <a:off x="6818812" y="5190434"/>
            <a:ext cx="3500845" cy="1106156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B0E1321-CF10-B8B3-A027-E6318DA15F2C}"/>
              </a:ext>
            </a:extLst>
          </p:cNvPr>
          <p:cNvSpPr txBox="1"/>
          <p:nvPr/>
        </p:nvSpPr>
        <p:spPr>
          <a:xfrm>
            <a:off x="11392162" y="5829154"/>
            <a:ext cx="31729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Tank Game Application</a:t>
            </a:r>
            <a:endParaRPr lang="ko-KR" altLang="en-US" sz="2400" b="1">
              <a:latin typeface="Cascadia Code" panose="020B0609020000020004" pitchFamily="49" charset="0"/>
              <a:ea typeface="LG Smart_H2.0 B" panose="020B0503020000020004" pitchFamily="34" charset="-127"/>
              <a:cs typeface="Cascadia Code" panose="020B06090200000200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CE2E23-EEC3-38F5-6947-7E844D347B62}"/>
              </a:ext>
            </a:extLst>
          </p:cNvPr>
          <p:cNvSpPr txBox="1"/>
          <p:nvPr/>
        </p:nvSpPr>
        <p:spPr>
          <a:xfrm rot="951557">
            <a:off x="7106915" y="3861840"/>
            <a:ext cx="3172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Turret Control</a:t>
            </a:r>
            <a:endParaRPr lang="ko-KR" altLang="en-US" sz="2400" b="1">
              <a:latin typeface="Cascadia Code" panose="020B0609020000020004" pitchFamily="49" charset="0"/>
              <a:ea typeface="LG Smart_H2.0 B" panose="020B0503020000020004" pitchFamily="34" charset="-127"/>
              <a:cs typeface="Cascadia Code" panose="020B0609020000020004" pitchFamily="49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F7B347-F52D-4E91-9023-308425FE20A9}"/>
              </a:ext>
            </a:extLst>
          </p:cNvPr>
          <p:cNvSpPr txBox="1"/>
          <p:nvPr/>
        </p:nvSpPr>
        <p:spPr>
          <a:xfrm rot="20457942">
            <a:off x="7041672" y="5752196"/>
            <a:ext cx="3172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Track Control</a:t>
            </a:r>
            <a:endParaRPr lang="ko-KR" altLang="en-US" sz="2400" b="1">
              <a:latin typeface="Cascadia Code" panose="020B0609020000020004" pitchFamily="49" charset="0"/>
              <a:ea typeface="LG Smart_H2.0 B" panose="020B0503020000020004" pitchFamily="34" charset="-127"/>
              <a:cs typeface="Cascadia Code" panose="020B0609020000020004" pitchFamily="49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69D709-0FDD-4E29-372F-BDAC11736E3C}"/>
              </a:ext>
            </a:extLst>
          </p:cNvPr>
          <p:cNvSpPr txBox="1"/>
          <p:nvPr/>
        </p:nvSpPr>
        <p:spPr>
          <a:xfrm>
            <a:off x="7191618" y="2381869"/>
            <a:ext cx="31729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Socket Communication</a:t>
            </a:r>
            <a:endParaRPr lang="ko-KR" altLang="en-US" sz="2400" b="1">
              <a:latin typeface="Cascadia Code" panose="020B0609020000020004" pitchFamily="49" charset="0"/>
              <a:ea typeface="LG Smart_H2.0 B" panose="020B0503020000020004" pitchFamily="34" charset="-127"/>
              <a:cs typeface="Cascadia Code" panose="020B0609020000020004" pitchFamily="49" charset="0"/>
            </a:endParaRPr>
          </a:p>
        </p:txBody>
      </p:sp>
      <p:pic>
        <p:nvPicPr>
          <p:cNvPr id="1034" name="Picture 10" descr="Image of the Jetson AGX Orin Developer Kit">
            <a:extLst>
              <a:ext uri="{FF2B5EF4-FFF2-40B4-BE49-F238E27FC236}">
                <a16:creationId xmlns:a16="http://schemas.microsoft.com/office/drawing/2014/main" id="{6DC096A6-5043-E2D4-BD37-0441A4450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595" y="7440536"/>
            <a:ext cx="3172926" cy="1783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B4929373-2B23-25B1-6E9A-19E66379B634}"/>
              </a:ext>
            </a:extLst>
          </p:cNvPr>
          <p:cNvCxnSpPr/>
          <p:nvPr/>
        </p:nvCxnSpPr>
        <p:spPr>
          <a:xfrm rot="16200000" flipH="1">
            <a:off x="2822240" y="7250548"/>
            <a:ext cx="2088574" cy="522672"/>
          </a:xfrm>
          <a:prstGeom prst="bentConnector3">
            <a:avLst>
              <a:gd name="adj1" fmla="val 100035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85499CB-DFB3-E041-BECD-A185DAF0074D}"/>
              </a:ext>
            </a:extLst>
          </p:cNvPr>
          <p:cNvSpPr txBox="1"/>
          <p:nvPr/>
        </p:nvSpPr>
        <p:spPr>
          <a:xfrm>
            <a:off x="3069099" y="9246143"/>
            <a:ext cx="4899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Speech to Text(STT) + LLM</a:t>
            </a:r>
            <a:endParaRPr lang="ko-KR" altLang="en-US" sz="2400" b="1">
              <a:latin typeface="Cascadia Code" panose="020B0609020000020004" pitchFamily="49" charset="0"/>
              <a:ea typeface="LG Smart_H2.0 B" panose="020B0503020000020004" pitchFamily="34" charset="-127"/>
              <a:cs typeface="Cascadia Code" panose="020B0609020000020004" pitchFamily="49" charset="0"/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C402A860-88D9-B793-B170-240FDFEA5D9E}"/>
              </a:ext>
            </a:extLst>
          </p:cNvPr>
          <p:cNvCxnSpPr>
            <a:cxnSpLocks/>
          </p:cNvCxnSpPr>
          <p:nvPr/>
        </p:nvCxnSpPr>
        <p:spPr>
          <a:xfrm flipV="1">
            <a:off x="6936114" y="5612483"/>
            <a:ext cx="3514529" cy="267763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A72D98D-769D-189C-9AFA-DCE12D8FFA40}"/>
              </a:ext>
            </a:extLst>
          </p:cNvPr>
          <p:cNvSpPr txBox="1"/>
          <p:nvPr/>
        </p:nvSpPr>
        <p:spPr>
          <a:xfrm rot="19338743">
            <a:off x="7310440" y="6805615"/>
            <a:ext cx="34691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Support system Control</a:t>
            </a:r>
            <a:endParaRPr lang="ko-KR" altLang="en-US" sz="2400" b="1">
              <a:latin typeface="Cascadia Code" panose="020B0609020000020004" pitchFamily="49" charset="0"/>
              <a:ea typeface="LG Smart_H2.0 B" panose="020B0503020000020004" pitchFamily="34" charset="-127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831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70547AB-C867-40D2-BC07-F7AE4DA5EA8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/>
              <a:t>개발 결과</a:t>
            </a:r>
            <a:endParaRPr lang="en-US" altLang="ko-KR"/>
          </a:p>
          <a:p>
            <a:pPr lvl="1"/>
            <a:r>
              <a:rPr lang="ko-KR" altLang="en-US"/>
              <a:t>이미지 기반 사용자 행동 입력에 따라 탱크 이동 및 공격 구현 완료</a:t>
            </a:r>
            <a:endParaRPr lang="en-US" altLang="ko-KR"/>
          </a:p>
          <a:p>
            <a:pPr lvl="1"/>
            <a:r>
              <a:rPr lang="en-US" altLang="ko-KR"/>
              <a:t>(TODO) </a:t>
            </a:r>
            <a:r>
              <a:rPr lang="ko-KR" altLang="en-US"/>
              <a:t>음성명령을 통한 고수준 레벨 제어 구현</a:t>
            </a:r>
            <a:endParaRPr lang="en-US" altLang="ko-KR"/>
          </a:p>
          <a:p>
            <a:pPr lvl="1"/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61CD18A-2D92-4495-A9C5-79476A101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개발 목표 및 개발 결과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536B5DC-F181-4BEC-98D1-28567470B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576" y="3971384"/>
            <a:ext cx="6096000" cy="4572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F8EB336-5D08-4251-A403-F5B5ED104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137" y="3971384"/>
            <a:ext cx="1007745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378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D82A364-2905-447C-9763-D17A148E5B5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/>
              <a:t>Body/Hand </a:t>
            </a:r>
            <a:r>
              <a:rPr lang="ko-KR" altLang="en-US"/>
              <a:t>랜드마크 추출을 통한 사용자 행동 인식</a:t>
            </a:r>
            <a:endParaRPr lang="en-US" altLang="ko-KR"/>
          </a:p>
          <a:p>
            <a:pPr lvl="1"/>
            <a:r>
              <a:rPr lang="en-US" altLang="ko-KR"/>
              <a:t>Google</a:t>
            </a:r>
            <a:r>
              <a:rPr lang="ko-KR" altLang="en-US"/>
              <a:t>의 </a:t>
            </a:r>
            <a:r>
              <a:rPr lang="en-US" altLang="ko-KR" err="1"/>
              <a:t>MediaPipe</a:t>
            </a:r>
            <a:r>
              <a:rPr lang="en-US" altLang="ko-KR"/>
              <a:t> Solutions </a:t>
            </a:r>
            <a:r>
              <a:rPr lang="ko-KR" altLang="en-US"/>
              <a:t>활용</a:t>
            </a:r>
            <a:endParaRPr lang="en-US" altLang="ko-KR"/>
          </a:p>
          <a:p>
            <a:pPr lvl="2"/>
            <a:r>
              <a:rPr lang="en-US" altLang="ko-KR"/>
              <a:t>Pose landmark detection: </a:t>
            </a:r>
            <a:r>
              <a:rPr lang="ko-KR" altLang="en-US"/>
              <a:t>단일 </a:t>
            </a:r>
            <a:r>
              <a:rPr lang="en-US" altLang="ko-KR"/>
              <a:t>RGB </a:t>
            </a:r>
            <a:r>
              <a:rPr lang="ko-KR" altLang="en-US"/>
              <a:t>이미지로부터 인체의 </a:t>
            </a:r>
            <a:r>
              <a:rPr lang="en-US" altLang="ko-KR"/>
              <a:t>33</a:t>
            </a:r>
            <a:r>
              <a:rPr lang="ko-KR" altLang="en-US"/>
              <a:t>개 랜드마크를 실시간으로 추출</a:t>
            </a:r>
            <a:endParaRPr lang="en-US" altLang="ko-KR"/>
          </a:p>
          <a:p>
            <a:pPr lvl="2"/>
            <a:r>
              <a:rPr lang="en-US" altLang="ko-KR"/>
              <a:t>Hand landmark detection: </a:t>
            </a:r>
            <a:r>
              <a:rPr lang="ko-KR" altLang="en-US"/>
              <a:t>왼손</a:t>
            </a:r>
            <a:r>
              <a:rPr lang="en-US" altLang="ko-KR"/>
              <a:t>/</a:t>
            </a:r>
            <a:r>
              <a:rPr lang="ko-KR" altLang="en-US"/>
              <a:t>오른손 여부와 총 </a:t>
            </a:r>
            <a:r>
              <a:rPr lang="en-US" altLang="ko-KR"/>
              <a:t>21</a:t>
            </a:r>
            <a:r>
              <a:rPr lang="ko-KR" altLang="en-US"/>
              <a:t>개의 손가락 관절 키포인트 위치 추출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BE090DB-A963-433D-90D1-034202332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핵심 기술</a:t>
            </a:r>
          </a:p>
        </p:txBody>
      </p:sp>
      <p:pic>
        <p:nvPicPr>
          <p:cNvPr id="1026" name="Picture 2" descr="https://developers.google.com/static/mediapipe/images/solutions/pose_landmarks_index.png">
            <a:extLst>
              <a:ext uri="{FF2B5EF4-FFF2-40B4-BE49-F238E27FC236}">
                <a16:creationId xmlns:a16="http://schemas.microsoft.com/office/drawing/2014/main" id="{7609FEA2-6570-4451-96A1-311E71884B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1068" y="4164492"/>
            <a:ext cx="4687387" cy="5550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https://developers.google.com/static/mediapipe/images/solutions/hand-landmarks.png">
            <a:extLst>
              <a:ext uri="{FF2B5EF4-FFF2-40B4-BE49-F238E27FC236}">
                <a16:creationId xmlns:a16="http://schemas.microsoft.com/office/drawing/2014/main" id="{031A5AE0-EEF5-4838-8F38-10346ADC0D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259"/>
          <a:stretch/>
        </p:blipFill>
        <p:spPr bwMode="auto">
          <a:xfrm>
            <a:off x="8342336" y="4329099"/>
            <a:ext cx="5984766" cy="5220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4928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D82A364-2905-447C-9763-D17A148E5B5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/>
              <a:t>Body/Hand </a:t>
            </a:r>
            <a:r>
              <a:rPr lang="ko-KR" altLang="en-US"/>
              <a:t>랜드마크 추출을 통한 사용자 명령 인식</a:t>
            </a:r>
            <a:endParaRPr lang="en-US" altLang="ko-KR"/>
          </a:p>
          <a:p>
            <a:pPr lvl="1"/>
            <a:r>
              <a:rPr lang="ko-KR" altLang="en-US" cap="all"/>
              <a:t>주행 제어 </a:t>
            </a:r>
            <a:r>
              <a:rPr lang="en-US" altLang="ko-KR" cap="all"/>
              <a:t>(Tracks) </a:t>
            </a:r>
            <a:r>
              <a:rPr lang="ko-KR" altLang="en-US" cap="all"/>
              <a:t>입력 체계</a:t>
            </a:r>
            <a:endParaRPr lang="en-US" altLang="ko-KR" cap="all"/>
          </a:p>
          <a:p>
            <a:pPr lvl="2"/>
            <a:r>
              <a:rPr lang="ko-KR" altLang="en-US"/>
              <a:t>양손의 높이로 탱크 바퀴를 제어</a:t>
            </a:r>
            <a:r>
              <a:rPr lang="en-US" altLang="ko-KR"/>
              <a:t>, </a:t>
            </a:r>
            <a:r>
              <a:rPr lang="ko-KR" altLang="en-US"/>
              <a:t>왼손은 왼쪽 바퀴</a:t>
            </a:r>
            <a:r>
              <a:rPr lang="en-US" altLang="ko-KR"/>
              <a:t>, </a:t>
            </a:r>
            <a:r>
              <a:rPr lang="ko-KR" altLang="en-US"/>
              <a:t>오른손은 오른쪽 바퀴에 </a:t>
            </a:r>
            <a:r>
              <a:rPr lang="en-US" altLang="ko-KR"/>
              <a:t>1:1</a:t>
            </a:r>
            <a:r>
              <a:rPr lang="ko-KR" altLang="en-US"/>
              <a:t>로 대응</a:t>
            </a:r>
            <a:endParaRPr lang="en-US" altLang="ko-KR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BE090DB-A963-433D-90D1-034202332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핵심 기술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C40AE1A4-645D-4A86-B414-E6959543A3A7}"/>
              </a:ext>
            </a:extLst>
          </p:cNvPr>
          <p:cNvGrpSpPr/>
          <p:nvPr/>
        </p:nvGrpSpPr>
        <p:grpSpPr>
          <a:xfrm>
            <a:off x="1799743" y="3654808"/>
            <a:ext cx="13956677" cy="5989621"/>
            <a:chOff x="1312550" y="3654808"/>
            <a:chExt cx="13956677" cy="5989621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C03244E8-C43A-46A5-977A-DE15C97697B3}"/>
                </a:ext>
              </a:extLst>
            </p:cNvPr>
            <p:cNvGrpSpPr/>
            <p:nvPr/>
          </p:nvGrpSpPr>
          <p:grpSpPr>
            <a:xfrm>
              <a:off x="1312550" y="3654808"/>
              <a:ext cx="13956677" cy="3160389"/>
              <a:chOff x="1312550" y="3654808"/>
              <a:chExt cx="13956677" cy="3160389"/>
            </a:xfrm>
          </p:grpSpPr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BCDBDC38-98CB-4C88-BDFD-360FA48A71B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8953" b="52184"/>
              <a:stretch/>
            </p:blipFill>
            <p:spPr>
              <a:xfrm>
                <a:off x="1312550" y="3681412"/>
                <a:ext cx="13956677" cy="3133785"/>
              </a:xfrm>
              <a:prstGeom prst="rect">
                <a:avLst/>
              </a:prstGeom>
            </p:spPr>
          </p:pic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21B27DC9-22C5-4427-BC02-DF3B8E450C14}"/>
                  </a:ext>
                </a:extLst>
              </p:cNvPr>
              <p:cNvSpPr/>
              <p:nvPr/>
            </p:nvSpPr>
            <p:spPr>
              <a:xfrm>
                <a:off x="7099593" y="3654808"/>
                <a:ext cx="2357558" cy="526093"/>
              </a:xfrm>
              <a:prstGeom prst="rect">
                <a:avLst/>
              </a:prstGeom>
              <a:solidFill>
                <a:srgbClr val="F6F8F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FD06D465-3257-4843-B4D0-BD30FE2F1A87}"/>
                </a:ext>
              </a:extLst>
            </p:cNvPr>
            <p:cNvGrpSpPr/>
            <p:nvPr/>
          </p:nvGrpSpPr>
          <p:grpSpPr>
            <a:xfrm>
              <a:off x="1312550" y="6539431"/>
              <a:ext cx="13956677" cy="3104998"/>
              <a:chOff x="1312550" y="6815197"/>
              <a:chExt cx="13956677" cy="3104998"/>
            </a:xfrm>
          </p:grpSpPr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E84A6C95-DEB3-4124-A2BC-59259DBF872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50163" b="12335"/>
              <a:stretch/>
            </p:blipFill>
            <p:spPr>
              <a:xfrm>
                <a:off x="1312550" y="6896101"/>
                <a:ext cx="13956677" cy="3024094"/>
              </a:xfrm>
              <a:prstGeom prst="rect">
                <a:avLst/>
              </a:prstGeom>
            </p:spPr>
          </p:pic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7BA6EB90-AE8A-4357-8341-E99F0BBFD285}"/>
                  </a:ext>
                </a:extLst>
              </p:cNvPr>
              <p:cNvSpPr/>
              <p:nvPr/>
            </p:nvSpPr>
            <p:spPr>
              <a:xfrm>
                <a:off x="7099593" y="6815197"/>
                <a:ext cx="2357558" cy="526093"/>
              </a:xfrm>
              <a:prstGeom prst="rect">
                <a:avLst/>
              </a:prstGeom>
              <a:solidFill>
                <a:srgbClr val="F6F8F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41540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D82A364-2905-447C-9763-D17A148E5B5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/>
              <a:t>Body/Hand </a:t>
            </a:r>
            <a:r>
              <a:rPr lang="ko-KR" altLang="en-US"/>
              <a:t>랜드마크 추출을 통한 사용자 명령 인식</a:t>
            </a:r>
            <a:endParaRPr lang="en-US" altLang="ko-KR"/>
          </a:p>
          <a:p>
            <a:pPr lvl="1"/>
            <a:r>
              <a:rPr lang="ko-KR" altLang="en-US" cap="all"/>
              <a:t>주행 제어 </a:t>
            </a:r>
            <a:r>
              <a:rPr lang="en-US" altLang="ko-KR" cap="all"/>
              <a:t>(Tracks) </a:t>
            </a:r>
            <a:r>
              <a:rPr lang="ko-KR" altLang="en-US" cap="all"/>
              <a:t>입력 체계</a:t>
            </a:r>
            <a:endParaRPr lang="en-US" altLang="ko-KR" cap="all"/>
          </a:p>
          <a:p>
            <a:pPr lvl="2"/>
            <a:r>
              <a:rPr lang="ko-KR" altLang="en-US" cap="all"/>
              <a:t>양손 조합으로 만들어지는 주행 패턴</a:t>
            </a:r>
            <a:endParaRPr lang="en-US" altLang="ko-KR" cap="all"/>
          </a:p>
          <a:p>
            <a:pPr lvl="2"/>
            <a:r>
              <a:rPr lang="ko-KR" altLang="en-US"/>
              <a:t>두 손이 독립적으로 움직이기 때문에 아래처럼 다양한 주행 패턴이 가능함</a:t>
            </a:r>
            <a:endParaRPr lang="en-US" altLang="ko-KR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BE090DB-A963-433D-90D1-034202332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핵심 기술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059915F-D6C8-47A3-B9E9-CAFF7B0066F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D1117"/>
              </a:clrFrom>
              <a:clrTo>
                <a:srgbClr val="0D111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9454" y="4105365"/>
            <a:ext cx="15937254" cy="5392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264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D82A364-2905-447C-9763-D17A148E5B5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576" y="1805408"/>
            <a:ext cx="16387011" cy="7692004"/>
          </a:xfrm>
        </p:spPr>
        <p:txBody>
          <a:bodyPr/>
          <a:lstStyle/>
          <a:p>
            <a:r>
              <a:rPr lang="en-US" altLang="ko-KR"/>
              <a:t>Body/Hand </a:t>
            </a:r>
            <a:r>
              <a:rPr lang="ko-KR" altLang="en-US"/>
              <a:t>랜드마크 추출을 통한 사용자 명령 인식</a:t>
            </a:r>
            <a:endParaRPr lang="en-US" altLang="ko-KR"/>
          </a:p>
          <a:p>
            <a:pPr lvl="1"/>
            <a:r>
              <a:rPr lang="ko-KR" altLang="en-US" cap="all" err="1"/>
              <a:t>포탑</a:t>
            </a:r>
            <a:r>
              <a:rPr lang="ko-KR" altLang="en-US" cap="all"/>
              <a:t> 제어 </a:t>
            </a:r>
            <a:r>
              <a:rPr lang="en-US" altLang="ko-KR" cap="all"/>
              <a:t>(Turret) </a:t>
            </a:r>
            <a:r>
              <a:rPr lang="ko-KR" altLang="en-US" cap="all"/>
              <a:t>입력 체계</a:t>
            </a:r>
            <a:endParaRPr lang="en-US" altLang="ko-KR"/>
          </a:p>
          <a:p>
            <a:pPr lvl="2"/>
            <a:r>
              <a:rPr lang="ko-KR" altLang="en-US"/>
              <a:t>왼쪽 손으로 포신 각도를</a:t>
            </a:r>
            <a:r>
              <a:rPr lang="en-US" altLang="ko-KR"/>
              <a:t> </a:t>
            </a:r>
            <a:r>
              <a:rPr lang="ko-KR" altLang="en-US"/>
              <a:t>제어</a:t>
            </a:r>
            <a:endParaRPr lang="en-US" altLang="ko-KR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BE090DB-A963-433D-90D1-034202332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핵심 기술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7DD01A6-3697-462E-94C3-E4BA8328A0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502" r="66927" b="31599"/>
          <a:stretch/>
        </p:blipFill>
        <p:spPr>
          <a:xfrm>
            <a:off x="1064305" y="3738688"/>
            <a:ext cx="6497638" cy="5216625"/>
          </a:xfrm>
          <a:prstGeom prst="rect">
            <a:avLst/>
          </a:prstGeom>
        </p:spPr>
      </p:pic>
      <p:sp>
        <p:nvSpPr>
          <p:cNvPr id="14" name="내용 개체 틀 1">
            <a:extLst>
              <a:ext uri="{FF2B5EF4-FFF2-40B4-BE49-F238E27FC236}">
                <a16:creationId xmlns:a16="http://schemas.microsoft.com/office/drawing/2014/main" id="{E56D8ABF-F81B-4063-BA17-B54D1867F8DC}"/>
              </a:ext>
            </a:extLst>
          </p:cNvPr>
          <p:cNvSpPr txBox="1">
            <a:spLocks/>
          </p:cNvSpPr>
          <p:nvPr/>
        </p:nvSpPr>
        <p:spPr>
          <a:xfrm>
            <a:off x="8345714" y="3004456"/>
            <a:ext cx="8625873" cy="649295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ts val="1100"/>
              </a:spcBef>
              <a:buFont typeface="맑은 고딕" panose="020B0503020000020004" pitchFamily="50" charset="-127"/>
              <a:buChar char="■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1100"/>
              </a:spcBef>
              <a:buFont typeface="Arial" panose="020B0604020202020204" pitchFamily="34" charset="0"/>
              <a:buChar char="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11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ts val="11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ko-KR" altLang="en-US"/>
              <a:t>오른쪽 손으로 </a:t>
            </a:r>
            <a:r>
              <a:rPr lang="ko-KR" altLang="en-US" err="1"/>
              <a:t>포탑</a:t>
            </a:r>
            <a:r>
              <a:rPr lang="ko-KR" altLang="en-US"/>
              <a:t> 회전 방향을 제어</a:t>
            </a:r>
            <a:endParaRPr lang="en-US" altLang="ko-KR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B4C02E7-65E4-41C1-9AE0-27B7E187BF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103" t="12294" r="35454" b="36031"/>
          <a:stretch/>
        </p:blipFill>
        <p:spPr>
          <a:xfrm>
            <a:off x="9927771" y="3738688"/>
            <a:ext cx="5588000" cy="473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033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D82A364-2905-447C-9763-D17A148E5B5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/>
              <a:t>Body/Hand </a:t>
            </a:r>
            <a:r>
              <a:rPr lang="ko-KR" altLang="en-US"/>
              <a:t>랜드마크 추출을 통한 사용자 명령 인식</a:t>
            </a:r>
            <a:endParaRPr lang="en-US" altLang="ko-KR"/>
          </a:p>
          <a:p>
            <a:pPr lvl="1"/>
            <a:r>
              <a:rPr lang="ko-KR" altLang="en-US" cap="all" err="1"/>
              <a:t>포탑</a:t>
            </a:r>
            <a:r>
              <a:rPr lang="ko-KR" altLang="en-US" cap="all"/>
              <a:t> 제어 </a:t>
            </a:r>
            <a:r>
              <a:rPr lang="en-US" altLang="ko-KR" cap="all"/>
              <a:t>(Turret) </a:t>
            </a:r>
            <a:r>
              <a:rPr lang="ko-KR" altLang="en-US" cap="all"/>
              <a:t>입력 체계</a:t>
            </a:r>
            <a:endParaRPr lang="en-US" altLang="ko-KR"/>
          </a:p>
          <a:p>
            <a:pPr lvl="2"/>
            <a:r>
              <a:rPr lang="ko-KR" altLang="en-US"/>
              <a:t>오른쪽 손 </a:t>
            </a:r>
            <a:r>
              <a:rPr lang="ko-KR" altLang="en-US" err="1"/>
              <a:t>주먹쥐는</a:t>
            </a:r>
            <a:r>
              <a:rPr lang="ko-KR" altLang="en-US"/>
              <a:t> 모션으로 포 발사</a:t>
            </a:r>
            <a:endParaRPr lang="en-US" altLang="ko-KR"/>
          </a:p>
          <a:p>
            <a:pPr lvl="2"/>
            <a:r>
              <a:rPr lang="ko-KR" altLang="en-US"/>
              <a:t>손끝들이 손바닥 중심에서 얼마나 멀리 퍼져 있는지</a:t>
            </a:r>
            <a:r>
              <a:rPr lang="en-US" altLang="ko-KR"/>
              <a:t>, </a:t>
            </a:r>
            <a:r>
              <a:rPr lang="ko-KR" altLang="en-US"/>
              <a:t>손목에서 얼마나 멀리 뻗어 있는지 등으로 판별</a:t>
            </a:r>
            <a:endParaRPr lang="en-US" altLang="ko-KR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BE090DB-A963-433D-90D1-034202332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핵심 기술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CD82360-18B1-4416-A367-3F44AFC8A4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250" b="30557"/>
          <a:stretch/>
        </p:blipFill>
        <p:spPr>
          <a:xfrm>
            <a:off x="1607728" y="4267201"/>
            <a:ext cx="13934304" cy="503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181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0E316E0A-15CC-ADF9-94C4-A0BFF5BE3AA7}"/>
              </a:ext>
            </a:extLst>
          </p:cNvPr>
          <p:cNvSpPr/>
          <p:nvPr/>
        </p:nvSpPr>
        <p:spPr>
          <a:xfrm>
            <a:off x="7350734" y="7143838"/>
            <a:ext cx="6301766" cy="35654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E2E9FF76-3FC6-B9F4-03F5-F91375032B09}"/>
              </a:ext>
            </a:extLst>
          </p:cNvPr>
          <p:cNvSpPr/>
          <p:nvPr/>
        </p:nvSpPr>
        <p:spPr>
          <a:xfrm>
            <a:off x="7350734" y="4873604"/>
            <a:ext cx="6301766" cy="35654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D82A364-2905-447C-9763-D17A148E5B5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/>
              <a:t>LLM </a:t>
            </a:r>
            <a:r>
              <a:rPr lang="ko-KR" altLang="en-US"/>
              <a:t>기반 음성 명령 인식 </a:t>
            </a:r>
            <a:r>
              <a:rPr lang="en-US" altLang="ko-KR"/>
              <a:t>(STT + LLM)</a:t>
            </a:r>
          </a:p>
          <a:p>
            <a:pPr lvl="1"/>
            <a:r>
              <a:rPr lang="ko-KR" altLang="en-US"/>
              <a:t>음성 명령 시스템 구현 예정</a:t>
            </a:r>
            <a:endParaRPr lang="en-US" altLang="ko-KR"/>
          </a:p>
          <a:p>
            <a:pPr lvl="1"/>
            <a:endParaRPr lang="en-US" altLang="ko-KR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BE090DB-A963-433D-90D1-034202332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핵심 기술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8419656-A463-C06A-CE05-0F53E11C359C}"/>
              </a:ext>
            </a:extLst>
          </p:cNvPr>
          <p:cNvSpPr/>
          <p:nvPr/>
        </p:nvSpPr>
        <p:spPr>
          <a:xfrm>
            <a:off x="4166099" y="4393324"/>
            <a:ext cx="3342290" cy="1317105"/>
          </a:xfrm>
          <a:prstGeom prst="roundRect">
            <a:avLst/>
          </a:prstGeom>
          <a:solidFill>
            <a:srgbClr val="F6F8F6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400"/>
              <a:t>STT</a:t>
            </a:r>
          </a:p>
          <a:p>
            <a:pPr algn="ctr"/>
            <a:r>
              <a:rPr lang="en-US" altLang="ko-KR" sz="2400"/>
              <a:t>Speech to Text</a:t>
            </a:r>
            <a:endParaRPr lang="ko-KR" altLang="en-US" sz="240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8BD0C00-FA4A-EE73-6B62-388513E063E4}"/>
              </a:ext>
            </a:extLst>
          </p:cNvPr>
          <p:cNvSpPr/>
          <p:nvPr/>
        </p:nvSpPr>
        <p:spPr>
          <a:xfrm>
            <a:off x="8107478" y="4393324"/>
            <a:ext cx="3342290" cy="1317105"/>
          </a:xfrm>
          <a:prstGeom prst="roundRect">
            <a:avLst/>
          </a:prstGeom>
          <a:solidFill>
            <a:srgbClr val="F6F8F6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400"/>
              <a:t>Local LLM</a:t>
            </a:r>
            <a:endParaRPr lang="ko-KR" altLang="en-US" sz="240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D5E5AB0-5B20-4D25-FE8C-E20FB31B1296}"/>
              </a:ext>
            </a:extLst>
          </p:cNvPr>
          <p:cNvSpPr/>
          <p:nvPr/>
        </p:nvSpPr>
        <p:spPr>
          <a:xfrm>
            <a:off x="4166099" y="6663558"/>
            <a:ext cx="3342290" cy="1317105"/>
          </a:xfrm>
          <a:prstGeom prst="roundRect">
            <a:avLst/>
          </a:prstGeom>
          <a:solidFill>
            <a:srgbClr val="F6F8F6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400"/>
              <a:t>동작 인식 모듈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126180-1C7D-9881-34A8-2B5FB43324BC}"/>
              </a:ext>
            </a:extLst>
          </p:cNvPr>
          <p:cNvSpPr txBox="1"/>
          <p:nvPr/>
        </p:nvSpPr>
        <p:spPr>
          <a:xfrm>
            <a:off x="823810" y="4790266"/>
            <a:ext cx="274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/>
              <a:t>음성 제어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B1AB19-8CF0-6ACD-3DDD-0D3CAF7F1F11}"/>
              </a:ext>
            </a:extLst>
          </p:cNvPr>
          <p:cNvSpPr txBox="1"/>
          <p:nvPr/>
        </p:nvSpPr>
        <p:spPr>
          <a:xfrm>
            <a:off x="823810" y="7060500"/>
            <a:ext cx="274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/>
              <a:t>동작 제어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A277879-0D5D-88FD-E19A-AD4013E417D2}"/>
              </a:ext>
            </a:extLst>
          </p:cNvPr>
          <p:cNvSpPr/>
          <p:nvPr/>
        </p:nvSpPr>
        <p:spPr>
          <a:xfrm>
            <a:off x="8107478" y="6663558"/>
            <a:ext cx="3342290" cy="1317105"/>
          </a:xfrm>
          <a:prstGeom prst="roundRect">
            <a:avLst/>
          </a:prstGeom>
          <a:solidFill>
            <a:srgbClr val="F6F8F6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400"/>
              <a:t>제어 명령 매핑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F46326E-6BD3-9060-8B63-55AFD28FA02E}"/>
              </a:ext>
            </a:extLst>
          </p:cNvPr>
          <p:cNvSpPr/>
          <p:nvPr/>
        </p:nvSpPr>
        <p:spPr>
          <a:xfrm>
            <a:off x="13913134" y="4393324"/>
            <a:ext cx="2071790" cy="3587339"/>
          </a:xfrm>
          <a:prstGeom prst="roundRect">
            <a:avLst/>
          </a:prstGeom>
          <a:solidFill>
            <a:srgbClr val="F6F8F6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400"/>
              <a:t>게임 서버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465E35-3A35-727A-2B52-00E68946D3E4}"/>
              </a:ext>
            </a:extLst>
          </p:cNvPr>
          <p:cNvSpPr txBox="1"/>
          <p:nvPr/>
        </p:nvSpPr>
        <p:spPr>
          <a:xfrm>
            <a:off x="5620645" y="3612210"/>
            <a:ext cx="4427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/>
              <a:t>5 ~ 6s </a:t>
            </a:r>
            <a:r>
              <a:rPr lang="ko-KR" altLang="en-US" sz="2800"/>
              <a:t>제어 주기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F5082D-845C-0238-BA5F-B25DE8868822}"/>
              </a:ext>
            </a:extLst>
          </p:cNvPr>
          <p:cNvSpPr txBox="1"/>
          <p:nvPr/>
        </p:nvSpPr>
        <p:spPr>
          <a:xfrm>
            <a:off x="6017610" y="8298343"/>
            <a:ext cx="363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/>
              <a:t>0.1s </a:t>
            </a:r>
            <a:r>
              <a:rPr lang="ko-KR" altLang="en-US" sz="2800"/>
              <a:t>제어 주기</a:t>
            </a:r>
          </a:p>
        </p:txBody>
      </p:sp>
      <p:sp>
        <p:nvSpPr>
          <p:cNvPr id="18" name="화살표: 아래쪽 17">
            <a:extLst>
              <a:ext uri="{FF2B5EF4-FFF2-40B4-BE49-F238E27FC236}">
                <a16:creationId xmlns:a16="http://schemas.microsoft.com/office/drawing/2014/main" id="{5F75B42E-2B8B-D32D-6760-1B0C3A76BCE5}"/>
              </a:ext>
            </a:extLst>
          </p:cNvPr>
          <p:cNvSpPr/>
          <p:nvPr/>
        </p:nvSpPr>
        <p:spPr>
          <a:xfrm>
            <a:off x="11813628" y="5230147"/>
            <a:ext cx="346841" cy="1913691"/>
          </a:xfrm>
          <a:prstGeom prst="downArrow">
            <a:avLst>
              <a:gd name="adj1" fmla="val 50000"/>
              <a:gd name="adj2" fmla="val 5909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408256-3EBB-8484-D519-DEAF654B71D7}"/>
              </a:ext>
            </a:extLst>
          </p:cNvPr>
          <p:cNvSpPr txBox="1"/>
          <p:nvPr/>
        </p:nvSpPr>
        <p:spPr>
          <a:xfrm>
            <a:off x="10687768" y="5952443"/>
            <a:ext cx="2743200" cy="461665"/>
          </a:xfrm>
          <a:prstGeom prst="rect">
            <a:avLst/>
          </a:prstGeom>
          <a:solidFill>
            <a:srgbClr val="F6F8F6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/>
              <a:t>동작 관련 명령</a:t>
            </a:r>
          </a:p>
        </p:txBody>
      </p:sp>
    </p:spTree>
    <p:extLst>
      <p:ext uri="{BB962C8B-B14F-4D97-AF65-F5344CB8AC3E}">
        <p14:creationId xmlns:p14="http://schemas.microsoft.com/office/powerpoint/2010/main" val="1642197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D82A364-2905-447C-9763-D17A148E5B5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/>
              <a:t>Unity </a:t>
            </a:r>
            <a:r>
              <a:rPr lang="ko-KR" altLang="en-US"/>
              <a:t>기반 </a:t>
            </a:r>
            <a:r>
              <a:rPr lang="en-US" altLang="ko-KR"/>
              <a:t>2</a:t>
            </a:r>
            <a:r>
              <a:rPr lang="ko-KR" altLang="en-US"/>
              <a:t>인 협동 게임 개발</a:t>
            </a:r>
            <a:endParaRPr lang="en-US" altLang="ko-KR"/>
          </a:p>
          <a:p>
            <a:pPr lvl="1"/>
            <a:r>
              <a:rPr lang="en-US" altLang="ko-KR"/>
              <a:t>Unity </a:t>
            </a:r>
            <a:r>
              <a:rPr lang="ko-KR" altLang="en-US"/>
              <a:t>엔진 기반으로 제작된 </a:t>
            </a:r>
            <a:r>
              <a:rPr lang="en-US" altLang="ko-KR"/>
              <a:t>3D </a:t>
            </a:r>
            <a:r>
              <a:rPr lang="ko-KR" altLang="en-US"/>
              <a:t>탱크 게임</a:t>
            </a:r>
            <a:endParaRPr lang="en-US" altLang="ko-KR"/>
          </a:p>
          <a:p>
            <a:pPr lvl="1"/>
            <a:endParaRPr lang="en-US" altLang="ko-KR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BE090DB-A963-433D-90D1-034202332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핵심 기술</a:t>
            </a:r>
          </a:p>
        </p:txBody>
      </p:sp>
    </p:spTree>
    <p:extLst>
      <p:ext uri="{BB962C8B-B14F-4D97-AF65-F5344CB8AC3E}">
        <p14:creationId xmlns:p14="http://schemas.microsoft.com/office/powerpoint/2010/main" val="2896769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B21F177-5D85-4124-AADF-56C9647B758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/>
              <a:t>결과물에 대한 성능측정 또는 목표달성 여부 등 평가</a:t>
            </a:r>
          </a:p>
          <a:p>
            <a:r>
              <a:rPr lang="ko-KR" altLang="en-US"/>
              <a:t>성능이 낮을 경우 원인 분석 및 개선책 검토 기록</a:t>
            </a:r>
          </a:p>
          <a:p>
            <a:r>
              <a:rPr lang="ko-KR" altLang="en-US"/>
              <a:t>성능이 만족했을 경우 향후 활용 가능한 기대효과 기록</a:t>
            </a:r>
          </a:p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89BBC9E-E8DC-48C0-AE14-65F6BB2BE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 </a:t>
            </a:r>
            <a:r>
              <a:rPr lang="ko-KR" altLang="en-US"/>
              <a:t>결과 분석 및 기대 효과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E8173D1-40CC-4D6E-85C8-3BE3697AE82C}"/>
              </a:ext>
            </a:extLst>
          </p:cNvPr>
          <p:cNvSpPr/>
          <p:nvPr/>
        </p:nvSpPr>
        <p:spPr>
          <a:xfrm>
            <a:off x="5301909" y="4397829"/>
            <a:ext cx="6952343" cy="27577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/>
              <a:t>TBD</a:t>
            </a:r>
            <a:endParaRPr lang="ko-KR" altLang="en-US" sz="4400"/>
          </a:p>
        </p:txBody>
      </p:sp>
    </p:spTree>
    <p:extLst>
      <p:ext uri="{BB962C8B-B14F-4D97-AF65-F5344CB8AC3E}">
        <p14:creationId xmlns:p14="http://schemas.microsoft.com/office/powerpoint/2010/main" val="2881116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44DDBB1-14EA-4AC2-8414-5174F044459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/>
              <a:t>개발 결과물의 추후 개선점</a:t>
            </a:r>
            <a:r>
              <a:rPr lang="en-US" altLang="ko-KR"/>
              <a:t>, </a:t>
            </a:r>
            <a:r>
              <a:rPr lang="ko-KR" altLang="en-US"/>
              <a:t>후속 개발 주제 등에 대한 내용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1FC5C0E-D546-42EC-B3B8-E71B1DE2C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향후 연구 과제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FEC8CE0-F6D3-4A70-9EF2-B1234BD1254E}"/>
              </a:ext>
            </a:extLst>
          </p:cNvPr>
          <p:cNvSpPr/>
          <p:nvPr/>
        </p:nvSpPr>
        <p:spPr>
          <a:xfrm>
            <a:off x="5301909" y="4397829"/>
            <a:ext cx="6952343" cy="27577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/>
              <a:t>TBD</a:t>
            </a:r>
            <a:endParaRPr lang="ko-KR" altLang="en-US" sz="4400"/>
          </a:p>
        </p:txBody>
      </p:sp>
    </p:spTree>
    <p:extLst>
      <p:ext uri="{BB962C8B-B14F-4D97-AF65-F5344CB8AC3E}">
        <p14:creationId xmlns:p14="http://schemas.microsoft.com/office/powerpoint/2010/main" val="2229302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E54AA90-960E-4BE4-AC1D-7B59536C118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/>
              <a:t>프로젝트 수행에 따른 </a:t>
            </a:r>
            <a:r>
              <a:rPr lang="ko-KR" altLang="en-US" err="1"/>
              <a:t>느낀점</a:t>
            </a:r>
            <a:endParaRPr lang="ko-KR" altLang="en-US"/>
          </a:p>
          <a:p>
            <a:r>
              <a:rPr lang="ko-KR" altLang="en-US" err="1"/>
              <a:t>개발중</a:t>
            </a:r>
            <a:r>
              <a:rPr lang="ko-KR" altLang="en-US"/>
              <a:t> 어려웠던 점 그리고 이를 극복한 사연 등</a:t>
            </a:r>
          </a:p>
          <a:p>
            <a:r>
              <a:rPr lang="ko-KR" altLang="en-US"/>
              <a:t>교육과 프로젝트를 마무리한 소회 등</a:t>
            </a:r>
          </a:p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9339A6F-CB55-4CFF-8EAF-A89ECC3FC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프로젝트 수행 후기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70BEF54-AE5A-4A9F-AC0D-AE7A05AD698A}"/>
              </a:ext>
            </a:extLst>
          </p:cNvPr>
          <p:cNvSpPr/>
          <p:nvPr/>
        </p:nvSpPr>
        <p:spPr>
          <a:xfrm>
            <a:off x="5301909" y="4397829"/>
            <a:ext cx="6952343" cy="27577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/>
              <a:t>TBD</a:t>
            </a:r>
            <a:endParaRPr lang="ko-KR" altLang="en-US" sz="4400"/>
          </a:p>
        </p:txBody>
      </p:sp>
    </p:spTree>
    <p:extLst>
      <p:ext uri="{BB962C8B-B14F-4D97-AF65-F5344CB8AC3E}">
        <p14:creationId xmlns:p14="http://schemas.microsoft.com/office/powerpoint/2010/main" val="275557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16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테마</vt:lpstr>
      <vt:lpstr>PowerPoint Presentation</vt:lpstr>
      <vt:lpstr>PowerPoint Presentation</vt:lpstr>
      <vt:lpstr>1. 주제 및 결과 요약</vt:lpstr>
      <vt:lpstr>2. 개발 목표 및 개발 결과</vt:lpstr>
      <vt:lpstr>2. 개발 목표 및 개발 결과</vt:lpstr>
      <vt:lpstr>2. 개발 목표 및 개발 결과</vt:lpstr>
      <vt:lpstr>3. 핵심 기술</vt:lpstr>
      <vt:lpstr>3. 핵심 기술</vt:lpstr>
      <vt:lpstr>3. 핵심 기술</vt:lpstr>
      <vt:lpstr>3. 핵심 기술</vt:lpstr>
      <vt:lpstr>3. 핵심 기술</vt:lpstr>
      <vt:lpstr>3. 핵심 기술</vt:lpstr>
      <vt:lpstr>3. 핵심 기술</vt:lpstr>
      <vt:lpstr>4. 결과 분석 및 기대 효과</vt:lpstr>
      <vt:lpstr>5. 향후 연구 과제</vt:lpstr>
      <vt:lpstr>6. 프로젝트 수행 후기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조지은/선임연구원/Vision SW Unit</dc:creator>
  <cp:revision>1</cp:revision>
  <dcterms:modified xsi:type="dcterms:W3CDTF">2026-06-26T00:15:41Z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Method">
    <vt:lpwstr>Standard</vt:lpwstr>
  </property>
  <property fmtid="{D5CDD505-2E9C-101B-9397-08002B2CF9AE}" pid="4" name="MSIP_Label_cc6ed9fc-fefc-4a0c-a6d6-10cf236c0d4f_Name">
    <vt:lpwstr>Internal use only</vt:lpwstr>
  </property>
  <property fmtid="{D5CDD505-2E9C-101B-9397-08002B2CF9AE}" pid="5" name="MSIP_Label_cc6ed9fc-fefc-4a0c-a6d6-10cf236c0d4f_SiteId">
    <vt:lpwstr>5069cde4-642a-45c0-8094-d0c2dec10be3</vt:lpwstr>
  </property>
  <property fmtid="{D5CDD505-2E9C-101B-9397-08002B2CF9AE}" pid="6" name="MSIP_Label_cc6ed9fc-fefc-4a0c-a6d6-10cf236c0d4f_ContentBits">
    <vt:lpwstr>1</vt:lpwstr>
  </property>
  <property fmtid="{D5CDD505-2E9C-101B-9397-08002B2CF9AE}" pid="7" name="MSIP_Label_cc6ed9fc-fefc-4a0c-a6d6-10cf236c0d4f_Tag">
    <vt:lpwstr>10, 3, 0, 2</vt:lpwstr>
  </property>
  <property fmtid="{D5CDD505-2E9C-101B-9397-08002B2CF9AE}" pid="8" name="ClassificationContentMarkingHeaderLocations">
    <vt:lpwstr>Office 테마:3</vt:lpwstr>
  </property>
  <property fmtid="{D5CDD505-2E9C-101B-9397-08002B2CF9AE}" pid="9" name="ClassificationContentMarkingHeaderText">
    <vt:lpwstr>LGE Internal Use Only</vt:lpwstr>
  </property>
  <property fmtid="{D5CDD505-2E9C-101B-9397-08002B2CF9AE}" pid="10" name="MSIP_Label_cc6ed9fc-fefc-4a0c-a6d6-10cf236c0d4f_ActionId">
    <vt:lpwstr>497f8f88-e1bb-43c3-ab4f-f65656635d03</vt:lpwstr>
  </property>
  <property fmtid="{D5CDD505-2E9C-101B-9397-08002B2CF9AE}" pid="11" name="MSIP_Label_cc6ed9fc-fefc-4a0c-a6d6-10cf236c0d4f_SetDate">
    <vt:lpwstr>2026-06-25T23:32:42Z</vt:lpwstr>
  </property>
</Properties>
</file>